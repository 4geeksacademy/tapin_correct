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666666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10"/>
              <a:t>Logo</a:t>
            </a:r>
            <a:r>
              <a:rPr dirty="0" spc="-130"/>
              <a:t> </a:t>
            </a:r>
            <a:r>
              <a:rPr dirty="0" spc="-10"/>
              <a:t>and</a:t>
            </a:r>
            <a:r>
              <a:rPr dirty="0" spc="-125"/>
              <a:t> </a:t>
            </a:r>
            <a:r>
              <a:rPr dirty="0" spc="-30"/>
              <a:t>name</a:t>
            </a:r>
            <a:r>
              <a:rPr dirty="0" spc="-125"/>
              <a:t> </a:t>
            </a:r>
            <a:r>
              <a:rPr dirty="0"/>
              <a:t>of</a:t>
            </a:r>
            <a:r>
              <a:rPr dirty="0" spc="-125"/>
              <a:t> </a:t>
            </a:r>
            <a:r>
              <a:rPr dirty="0"/>
              <a:t>the</a:t>
            </a:r>
            <a:r>
              <a:rPr dirty="0" spc="-125"/>
              <a:t> </a:t>
            </a:r>
            <a:r>
              <a:rPr dirty="0" spc="-10"/>
              <a:t>project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666666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10"/>
              <a:t>Logo</a:t>
            </a:r>
            <a:r>
              <a:rPr dirty="0" spc="-130"/>
              <a:t> </a:t>
            </a:r>
            <a:r>
              <a:rPr dirty="0" spc="-10"/>
              <a:t>and</a:t>
            </a:r>
            <a:r>
              <a:rPr dirty="0" spc="-125"/>
              <a:t> </a:t>
            </a:r>
            <a:r>
              <a:rPr dirty="0" spc="-30"/>
              <a:t>name</a:t>
            </a:r>
            <a:r>
              <a:rPr dirty="0" spc="-125"/>
              <a:t> </a:t>
            </a:r>
            <a:r>
              <a:rPr dirty="0"/>
              <a:t>of</a:t>
            </a:r>
            <a:r>
              <a:rPr dirty="0" spc="-125"/>
              <a:t> </a:t>
            </a:r>
            <a:r>
              <a:rPr dirty="0"/>
              <a:t>the</a:t>
            </a:r>
            <a:r>
              <a:rPr dirty="0" spc="-125"/>
              <a:t> </a:t>
            </a:r>
            <a:r>
              <a:rPr dirty="0" spc="-10"/>
              <a:t>project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666666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10"/>
              <a:t>Logo</a:t>
            </a:r>
            <a:r>
              <a:rPr dirty="0" spc="-130"/>
              <a:t> </a:t>
            </a:r>
            <a:r>
              <a:rPr dirty="0" spc="-10"/>
              <a:t>and</a:t>
            </a:r>
            <a:r>
              <a:rPr dirty="0" spc="-125"/>
              <a:t> </a:t>
            </a:r>
            <a:r>
              <a:rPr dirty="0" spc="-30"/>
              <a:t>name</a:t>
            </a:r>
            <a:r>
              <a:rPr dirty="0" spc="-125"/>
              <a:t> </a:t>
            </a:r>
            <a:r>
              <a:rPr dirty="0"/>
              <a:t>of</a:t>
            </a:r>
            <a:r>
              <a:rPr dirty="0" spc="-125"/>
              <a:t> </a:t>
            </a:r>
            <a:r>
              <a:rPr dirty="0"/>
              <a:t>the</a:t>
            </a:r>
            <a:r>
              <a:rPr dirty="0" spc="-125"/>
              <a:t> </a:t>
            </a:r>
            <a:r>
              <a:rPr dirty="0" spc="-10"/>
              <a:t>project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666666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10"/>
              <a:t>Logo</a:t>
            </a:r>
            <a:r>
              <a:rPr dirty="0" spc="-130"/>
              <a:t> </a:t>
            </a:r>
            <a:r>
              <a:rPr dirty="0" spc="-10"/>
              <a:t>and</a:t>
            </a:r>
            <a:r>
              <a:rPr dirty="0" spc="-125"/>
              <a:t> </a:t>
            </a:r>
            <a:r>
              <a:rPr dirty="0" spc="-30"/>
              <a:t>name</a:t>
            </a:r>
            <a:r>
              <a:rPr dirty="0" spc="-125"/>
              <a:t> </a:t>
            </a:r>
            <a:r>
              <a:rPr dirty="0"/>
              <a:t>of</a:t>
            </a:r>
            <a:r>
              <a:rPr dirty="0" spc="-125"/>
              <a:t> </a:t>
            </a:r>
            <a:r>
              <a:rPr dirty="0"/>
              <a:t>the</a:t>
            </a:r>
            <a:r>
              <a:rPr dirty="0" spc="-125"/>
              <a:t> </a:t>
            </a:r>
            <a:r>
              <a:rPr dirty="0" spc="-10"/>
              <a:t>project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666666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10"/>
              <a:t>Logo</a:t>
            </a:r>
            <a:r>
              <a:rPr dirty="0" spc="-130"/>
              <a:t> </a:t>
            </a:r>
            <a:r>
              <a:rPr dirty="0" spc="-10"/>
              <a:t>and</a:t>
            </a:r>
            <a:r>
              <a:rPr dirty="0" spc="-125"/>
              <a:t> </a:t>
            </a:r>
            <a:r>
              <a:rPr dirty="0" spc="-30"/>
              <a:t>name</a:t>
            </a:r>
            <a:r>
              <a:rPr dirty="0" spc="-125"/>
              <a:t> </a:t>
            </a:r>
            <a:r>
              <a:rPr dirty="0"/>
              <a:t>of</a:t>
            </a:r>
            <a:r>
              <a:rPr dirty="0" spc="-125"/>
              <a:t> </a:t>
            </a:r>
            <a:r>
              <a:rPr dirty="0"/>
              <a:t>the</a:t>
            </a:r>
            <a:r>
              <a:rPr dirty="0" spc="-125"/>
              <a:t> </a:t>
            </a:r>
            <a:r>
              <a:rPr dirty="0" spc="-10"/>
              <a:t>project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9" y="0"/>
            <a:ext cx="9144000" cy="626110"/>
          </a:xfrm>
          <a:custGeom>
            <a:avLst/>
            <a:gdLst/>
            <a:ahLst/>
            <a:cxnLst/>
            <a:rect l="l" t="t" r="r" b="b"/>
            <a:pathLst>
              <a:path w="9144000" h="626110">
                <a:moveTo>
                  <a:pt x="9143999" y="626099"/>
                </a:moveTo>
                <a:lnTo>
                  <a:pt x="0" y="6260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626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99" y="0"/>
            <a:ext cx="9144000" cy="626110"/>
          </a:xfrm>
          <a:custGeom>
            <a:avLst/>
            <a:gdLst/>
            <a:ahLst/>
            <a:cxnLst/>
            <a:rect l="l" t="t" r="r" b="b"/>
            <a:pathLst>
              <a:path w="9144000" h="626110">
                <a:moveTo>
                  <a:pt x="0" y="0"/>
                </a:moveTo>
                <a:lnTo>
                  <a:pt x="9143999" y="0"/>
                </a:lnTo>
                <a:lnTo>
                  <a:pt x="9143999" y="626099"/>
                </a:lnTo>
                <a:lnTo>
                  <a:pt x="0" y="6260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2749" y="220757"/>
            <a:ext cx="7954645" cy="4533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00" y="1197212"/>
            <a:ext cx="4672330" cy="1496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905225" y="4711910"/>
            <a:ext cx="1944370" cy="208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666666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10"/>
              <a:t>Logo</a:t>
            </a:r>
            <a:r>
              <a:rPr dirty="0" spc="-130"/>
              <a:t> </a:t>
            </a:r>
            <a:r>
              <a:rPr dirty="0" spc="-10"/>
              <a:t>and</a:t>
            </a:r>
            <a:r>
              <a:rPr dirty="0" spc="-125"/>
              <a:t> </a:t>
            </a:r>
            <a:r>
              <a:rPr dirty="0" spc="-30"/>
              <a:t>name</a:t>
            </a:r>
            <a:r>
              <a:rPr dirty="0" spc="-125"/>
              <a:t> </a:t>
            </a:r>
            <a:r>
              <a:rPr dirty="0"/>
              <a:t>of</a:t>
            </a:r>
            <a:r>
              <a:rPr dirty="0" spc="-125"/>
              <a:t> </a:t>
            </a:r>
            <a:r>
              <a:rPr dirty="0"/>
              <a:t>the</a:t>
            </a:r>
            <a:r>
              <a:rPr dirty="0" spc="-125"/>
              <a:t> </a:t>
            </a:r>
            <a:r>
              <a:rPr dirty="0" spc="-10"/>
              <a:t>project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9" y="0"/>
            <a:ext cx="9144000" cy="3016250"/>
          </a:xfrm>
          <a:custGeom>
            <a:avLst/>
            <a:gdLst/>
            <a:ahLst/>
            <a:cxnLst/>
            <a:rect l="l" t="t" r="r" b="b"/>
            <a:pathLst>
              <a:path w="9144000" h="3016250">
                <a:moveTo>
                  <a:pt x="9143999" y="3016199"/>
                </a:moveTo>
                <a:lnTo>
                  <a:pt x="0" y="30161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30161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99" y="0"/>
            <a:ext cx="9144000" cy="3016250"/>
          </a:xfrm>
          <a:custGeom>
            <a:avLst/>
            <a:gdLst/>
            <a:ahLst/>
            <a:cxnLst/>
            <a:rect l="l" t="t" r="r" b="b"/>
            <a:pathLst>
              <a:path w="9144000" h="3016250">
                <a:moveTo>
                  <a:pt x="0" y="0"/>
                </a:moveTo>
                <a:lnTo>
                  <a:pt x="9143999" y="0"/>
                </a:lnTo>
                <a:lnTo>
                  <a:pt x="9143999" y="3016199"/>
                </a:lnTo>
                <a:lnTo>
                  <a:pt x="0" y="30161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595775" y="1681259"/>
            <a:ext cx="245999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85"/>
              <a:t>Add</a:t>
            </a:r>
            <a:r>
              <a:rPr dirty="0" sz="3000" spc="-355"/>
              <a:t> </a:t>
            </a:r>
            <a:r>
              <a:rPr dirty="0" sz="3000" spc="55"/>
              <a:t>Title</a:t>
            </a:r>
            <a:r>
              <a:rPr dirty="0" sz="3000" spc="-355"/>
              <a:t> </a:t>
            </a:r>
            <a:r>
              <a:rPr dirty="0" sz="3000" spc="55"/>
              <a:t>Here</a:t>
            </a:r>
            <a:endParaRPr sz="3000"/>
          </a:p>
        </p:txBody>
      </p:sp>
      <p:sp>
        <p:nvSpPr>
          <p:cNvPr id="5" name="object 5" descr=""/>
          <p:cNvSpPr txBox="1"/>
          <p:nvPr/>
        </p:nvSpPr>
        <p:spPr>
          <a:xfrm>
            <a:off x="2716350" y="3399733"/>
            <a:ext cx="10699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666666"/>
                </a:solidFill>
                <a:latin typeface="Tahoma"/>
                <a:cs typeface="Tahoma"/>
              </a:rPr>
              <a:t>Subtitle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038875" y="4371188"/>
            <a:ext cx="1382395" cy="65786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dirty="0" sz="1400">
                <a:solidFill>
                  <a:srgbClr val="666666"/>
                </a:solidFill>
                <a:latin typeface="Tahoma"/>
                <a:cs typeface="Tahoma"/>
              </a:rPr>
              <a:t>Members</a:t>
            </a:r>
            <a:r>
              <a:rPr dirty="0" sz="1400" spc="55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666666"/>
                </a:solidFill>
                <a:latin typeface="Tahoma"/>
                <a:cs typeface="Tahoma"/>
              </a:rPr>
              <a:t>Names. </a:t>
            </a:r>
            <a:r>
              <a:rPr dirty="0" sz="1400" spc="-10">
                <a:solidFill>
                  <a:srgbClr val="666666"/>
                </a:solidFill>
                <a:latin typeface="Tahoma"/>
                <a:cs typeface="Tahoma"/>
              </a:rPr>
              <a:t>Location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ts val="1600"/>
              </a:lnSpc>
            </a:pPr>
            <a:r>
              <a:rPr dirty="0" sz="1400" spc="-20">
                <a:solidFill>
                  <a:srgbClr val="666666"/>
                </a:solidFill>
                <a:latin typeface="Tahoma"/>
                <a:cs typeface="Tahoma"/>
              </a:rPr>
              <a:t>Date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72125" y="158262"/>
            <a:ext cx="586740" cy="448309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dirty="0" sz="1400" spc="-55">
                <a:solidFill>
                  <a:srgbClr val="F3F3F3"/>
                </a:solidFill>
                <a:latin typeface="Tahoma"/>
                <a:cs typeface="Tahoma"/>
              </a:rPr>
              <a:t>Logo(s) </a:t>
            </a:r>
            <a:r>
              <a:rPr dirty="0" sz="1400" spc="-10">
                <a:solidFill>
                  <a:srgbClr val="F3F3F3"/>
                </a:solidFill>
                <a:latin typeface="Tahoma"/>
                <a:cs typeface="Tahoma"/>
              </a:rPr>
              <a:t>Yours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62973" y="122375"/>
            <a:ext cx="898050" cy="6389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048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3F3F3"/>
                </a:solidFill>
              </a:rPr>
              <a:t>TABLE</a:t>
            </a:r>
            <a:r>
              <a:rPr dirty="0" sz="1800" spc="-130">
                <a:solidFill>
                  <a:srgbClr val="F3F3F3"/>
                </a:solidFill>
              </a:rPr>
              <a:t> </a:t>
            </a:r>
            <a:r>
              <a:rPr dirty="0" sz="1800" spc="110">
                <a:solidFill>
                  <a:srgbClr val="F3F3F3"/>
                </a:solidFill>
              </a:rPr>
              <a:t>OF</a:t>
            </a:r>
            <a:r>
              <a:rPr dirty="0" sz="1800" spc="-130">
                <a:solidFill>
                  <a:srgbClr val="F3F3F3"/>
                </a:solidFill>
              </a:rPr>
              <a:t> </a:t>
            </a:r>
            <a:r>
              <a:rPr dirty="0" sz="1800" spc="65">
                <a:solidFill>
                  <a:srgbClr val="F3F3F3"/>
                </a:solidFill>
              </a:rPr>
              <a:t>CONTENTS</a:t>
            </a:r>
            <a:endParaRPr sz="1800"/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10"/>
              <a:t>Logo</a:t>
            </a:r>
            <a:r>
              <a:rPr dirty="0" spc="-130"/>
              <a:t> </a:t>
            </a:r>
            <a:r>
              <a:rPr dirty="0" spc="-10"/>
              <a:t>and</a:t>
            </a:r>
            <a:r>
              <a:rPr dirty="0" spc="-125"/>
              <a:t> </a:t>
            </a:r>
            <a:r>
              <a:rPr dirty="0" spc="-30"/>
              <a:t>name</a:t>
            </a:r>
            <a:r>
              <a:rPr dirty="0" spc="-125"/>
              <a:t> </a:t>
            </a:r>
            <a:r>
              <a:rPr dirty="0"/>
              <a:t>of</a:t>
            </a:r>
            <a:r>
              <a:rPr dirty="0" spc="-125"/>
              <a:t> </a:t>
            </a:r>
            <a:r>
              <a:rPr dirty="0"/>
              <a:t>the</a:t>
            </a:r>
            <a:r>
              <a:rPr dirty="0" spc="-125"/>
              <a:t> </a:t>
            </a:r>
            <a:r>
              <a:rPr dirty="0" spc="-10"/>
              <a:t>project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02822" y="925031"/>
            <a:ext cx="2896235" cy="1680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22275" indent="-40957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22275" algn="l"/>
              </a:tabLst>
            </a:pPr>
            <a:r>
              <a:rPr dirty="0" sz="1800" spc="-20">
                <a:latin typeface="Tahoma"/>
                <a:cs typeface="Tahoma"/>
              </a:rPr>
              <a:t>Summary</a:t>
            </a:r>
            <a:r>
              <a:rPr dirty="0" sz="1800" spc="-16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of</a:t>
            </a:r>
            <a:r>
              <a:rPr dirty="0" sz="1800" spc="-16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your</a:t>
            </a:r>
            <a:r>
              <a:rPr dirty="0" sz="1800" spc="-16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project</a:t>
            </a:r>
            <a:endParaRPr sz="1800">
              <a:latin typeface="Tahoma"/>
              <a:cs typeface="Tahoma"/>
            </a:endParaRPr>
          </a:p>
          <a:p>
            <a:pPr marL="422275" indent="-409575">
              <a:lnSpc>
                <a:spcPct val="100000"/>
              </a:lnSpc>
              <a:spcBef>
                <a:spcPts val="15"/>
              </a:spcBef>
              <a:buAutoNum type="arabicPeriod"/>
              <a:tabLst>
                <a:tab pos="422275" algn="l"/>
              </a:tabLst>
            </a:pP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220">
                <a:latin typeface="Tahoma"/>
                <a:cs typeface="Tahoma"/>
              </a:rPr>
              <a:t> </a:t>
            </a:r>
            <a:r>
              <a:rPr dirty="0" sz="1800" spc="-20">
                <a:latin typeface="Tahoma"/>
                <a:cs typeface="Tahoma"/>
              </a:rPr>
              <a:t>team</a:t>
            </a:r>
            <a:endParaRPr sz="1800">
              <a:latin typeface="Tahoma"/>
              <a:cs typeface="Tahoma"/>
            </a:endParaRPr>
          </a:p>
          <a:p>
            <a:pPr marL="422275" indent="-409575">
              <a:lnSpc>
                <a:spcPct val="100000"/>
              </a:lnSpc>
              <a:spcBef>
                <a:spcPts val="15"/>
              </a:spcBef>
              <a:buAutoNum type="arabicPeriod"/>
              <a:tabLst>
                <a:tab pos="422275" algn="l"/>
              </a:tabLst>
            </a:pP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18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process</a:t>
            </a:r>
            <a:r>
              <a:rPr dirty="0" sz="1800" spc="-18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of</a:t>
            </a:r>
            <a:r>
              <a:rPr dirty="0" sz="1800" spc="-185">
                <a:latin typeface="Tahoma"/>
                <a:cs typeface="Tahoma"/>
              </a:rPr>
              <a:t> </a:t>
            </a:r>
            <a:r>
              <a:rPr dirty="0" sz="1800" spc="-25">
                <a:latin typeface="Tahoma"/>
                <a:cs typeface="Tahoma"/>
              </a:rPr>
              <a:t>making</a:t>
            </a:r>
            <a:r>
              <a:rPr dirty="0" sz="1800" spc="-185">
                <a:latin typeface="Tahoma"/>
                <a:cs typeface="Tahoma"/>
              </a:rPr>
              <a:t> </a:t>
            </a:r>
            <a:r>
              <a:rPr dirty="0" sz="1800" spc="30">
                <a:latin typeface="Tahoma"/>
                <a:cs typeface="Tahoma"/>
              </a:rPr>
              <a:t>it</a:t>
            </a:r>
            <a:endParaRPr sz="1800">
              <a:latin typeface="Tahoma"/>
              <a:cs typeface="Tahoma"/>
            </a:endParaRPr>
          </a:p>
          <a:p>
            <a:pPr marL="422275" indent="-409575">
              <a:lnSpc>
                <a:spcPct val="100000"/>
              </a:lnSpc>
              <a:spcBef>
                <a:spcPts val="15"/>
              </a:spcBef>
              <a:buAutoNum type="arabicPeriod"/>
              <a:tabLst>
                <a:tab pos="422275" algn="l"/>
              </a:tabLst>
            </a:pP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22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platform</a:t>
            </a:r>
            <a:endParaRPr sz="1800">
              <a:latin typeface="Tahoma"/>
              <a:cs typeface="Tahoma"/>
            </a:endParaRPr>
          </a:p>
          <a:p>
            <a:pPr marL="422275" indent="-409575">
              <a:lnSpc>
                <a:spcPct val="100000"/>
              </a:lnSpc>
              <a:spcBef>
                <a:spcPts val="15"/>
              </a:spcBef>
              <a:buAutoNum type="arabicPeriod"/>
              <a:tabLst>
                <a:tab pos="422275" algn="l"/>
              </a:tabLst>
            </a:pP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22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challenges</a:t>
            </a:r>
            <a:endParaRPr sz="1800">
              <a:latin typeface="Tahoma"/>
              <a:cs typeface="Tahoma"/>
            </a:endParaRPr>
          </a:p>
          <a:p>
            <a:pPr marL="422275" indent="-409575">
              <a:lnSpc>
                <a:spcPct val="100000"/>
              </a:lnSpc>
              <a:spcBef>
                <a:spcPts val="15"/>
              </a:spcBef>
              <a:buAutoNum type="arabicPeriod"/>
              <a:tabLst>
                <a:tab pos="422275" algn="l"/>
              </a:tabLst>
            </a:pPr>
            <a:r>
              <a:rPr dirty="0" sz="1800">
                <a:latin typeface="Tahoma"/>
                <a:cs typeface="Tahoma"/>
              </a:rPr>
              <a:t>Next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features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55275" y="226853"/>
            <a:ext cx="7379334" cy="38925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155"/>
              </a:spcBef>
            </a:pPr>
            <a:r>
              <a:rPr dirty="0" sz="1200" spc="-55">
                <a:solidFill>
                  <a:srgbClr val="FFFFFF"/>
                </a:solidFill>
                <a:latin typeface="Tahoma"/>
                <a:cs typeface="Tahoma"/>
              </a:rPr>
              <a:t>Take</a:t>
            </a:r>
            <a:r>
              <a:rPr dirty="0" sz="12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sz="12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moment</a:t>
            </a:r>
            <a:r>
              <a:rPr dirty="0" sz="12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dirty="0" sz="12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talk</a:t>
            </a:r>
            <a:r>
              <a:rPr dirty="0" sz="12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about</a:t>
            </a:r>
            <a:r>
              <a:rPr dirty="0" sz="12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sz="12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special</a:t>
            </a:r>
            <a:r>
              <a:rPr dirty="0" sz="12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(particular/funny)</a:t>
            </a:r>
            <a:r>
              <a:rPr dirty="0" sz="12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moment</a:t>
            </a:r>
            <a:r>
              <a:rPr dirty="0" sz="12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at</a:t>
            </a:r>
            <a:r>
              <a:rPr dirty="0" sz="12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4Geeks.</a:t>
            </a:r>
            <a:r>
              <a:rPr dirty="0" sz="12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35">
                <a:solidFill>
                  <a:srgbClr val="FFFFFF"/>
                </a:solidFill>
                <a:latin typeface="Tahoma"/>
                <a:cs typeface="Tahoma"/>
              </a:rPr>
              <a:t>Talk</a:t>
            </a:r>
            <a:r>
              <a:rPr dirty="0" sz="12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about</a:t>
            </a:r>
            <a:r>
              <a:rPr dirty="0" sz="12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(briefly)</a:t>
            </a:r>
            <a:r>
              <a:rPr dirty="0" sz="12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your</a:t>
            </a:r>
            <a:r>
              <a:rPr dirty="0" sz="12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experience </a:t>
            </a: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at</a:t>
            </a:r>
            <a:r>
              <a:rPr dirty="0" sz="12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4Geeks</a:t>
            </a:r>
            <a:r>
              <a:rPr dirty="0" sz="12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dirty="0" sz="12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dirty="0" sz="12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process</a:t>
            </a:r>
            <a:r>
              <a:rPr dirty="0" sz="12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behind</a:t>
            </a:r>
            <a:r>
              <a:rPr dirty="0" sz="12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your</a:t>
            </a:r>
            <a:r>
              <a:rPr dirty="0" sz="12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path</a:t>
            </a:r>
            <a:r>
              <a:rPr dirty="0" sz="12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dirty="0" sz="12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become</a:t>
            </a:r>
            <a:r>
              <a:rPr dirty="0" sz="12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sz="12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Developer.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10"/>
              <a:t>Logo</a:t>
            </a:r>
            <a:r>
              <a:rPr dirty="0" spc="-130"/>
              <a:t> </a:t>
            </a:r>
            <a:r>
              <a:rPr dirty="0" spc="-10"/>
              <a:t>and</a:t>
            </a:r>
            <a:r>
              <a:rPr dirty="0" spc="-125"/>
              <a:t> </a:t>
            </a:r>
            <a:r>
              <a:rPr dirty="0" spc="-30"/>
              <a:t>name</a:t>
            </a:r>
            <a:r>
              <a:rPr dirty="0" spc="-125"/>
              <a:t> </a:t>
            </a:r>
            <a:r>
              <a:rPr dirty="0"/>
              <a:t>of</a:t>
            </a:r>
            <a:r>
              <a:rPr dirty="0" spc="-125"/>
              <a:t> </a:t>
            </a:r>
            <a:r>
              <a:rPr dirty="0"/>
              <a:t>the</a:t>
            </a:r>
            <a:r>
              <a:rPr dirty="0" spc="-125"/>
              <a:t> </a:t>
            </a:r>
            <a:r>
              <a:rPr dirty="0" spc="-10"/>
              <a:t>project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1100" y="1616312"/>
            <a:ext cx="6699250" cy="448309"/>
          </a:xfrm>
          <a:prstGeom prst="rect"/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dirty="0" spc="70">
                <a:solidFill>
                  <a:srgbClr val="000000"/>
                </a:solidFill>
              </a:rPr>
              <a:t>ENGAGE</a:t>
            </a:r>
            <a:r>
              <a:rPr dirty="0" spc="-1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dirty="0" spc="-125">
                <a:solidFill>
                  <a:srgbClr val="000000"/>
                </a:solidFill>
              </a:rPr>
              <a:t> </a:t>
            </a:r>
            <a:r>
              <a:rPr dirty="0" spc="55">
                <a:solidFill>
                  <a:srgbClr val="000000"/>
                </a:solidFill>
              </a:rPr>
              <a:t>AUDIENCE</a:t>
            </a:r>
            <a:r>
              <a:rPr dirty="0" spc="-1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WITH</a:t>
            </a:r>
            <a:r>
              <a:rPr dirty="0" spc="-130">
                <a:solidFill>
                  <a:srgbClr val="000000"/>
                </a:solidFill>
              </a:rPr>
              <a:t> </a:t>
            </a:r>
            <a:r>
              <a:rPr dirty="0" spc="105">
                <a:solidFill>
                  <a:srgbClr val="000000"/>
                </a:solidFill>
              </a:rPr>
              <a:t>A</a:t>
            </a:r>
            <a:r>
              <a:rPr dirty="0" spc="-125">
                <a:solidFill>
                  <a:srgbClr val="000000"/>
                </a:solidFill>
              </a:rPr>
              <a:t> </a:t>
            </a:r>
            <a:r>
              <a:rPr dirty="0" spc="95">
                <a:solidFill>
                  <a:srgbClr val="000000"/>
                </a:solidFill>
              </a:rPr>
              <a:t>FUNNY</a:t>
            </a:r>
            <a:r>
              <a:rPr dirty="0" spc="-125">
                <a:solidFill>
                  <a:srgbClr val="000000"/>
                </a:solidFill>
              </a:rPr>
              <a:t> </a:t>
            </a:r>
            <a:r>
              <a:rPr dirty="0" spc="110">
                <a:solidFill>
                  <a:srgbClr val="000000"/>
                </a:solidFill>
              </a:rPr>
              <a:t>MOMENT</a:t>
            </a:r>
            <a:r>
              <a:rPr dirty="0" spc="-130">
                <a:solidFill>
                  <a:srgbClr val="000000"/>
                </a:solidFill>
              </a:rPr>
              <a:t> </a:t>
            </a:r>
            <a:r>
              <a:rPr dirty="0" spc="85">
                <a:solidFill>
                  <a:srgbClr val="000000"/>
                </a:solidFill>
              </a:rPr>
              <a:t>ABOUT</a:t>
            </a:r>
            <a:r>
              <a:rPr dirty="0" spc="-125">
                <a:solidFill>
                  <a:srgbClr val="000000"/>
                </a:solidFill>
              </a:rPr>
              <a:t> </a:t>
            </a:r>
            <a:r>
              <a:rPr dirty="0" spc="60">
                <a:solidFill>
                  <a:srgbClr val="000000"/>
                </a:solidFill>
              </a:rPr>
              <a:t>YOUR</a:t>
            </a:r>
            <a:r>
              <a:rPr dirty="0" spc="-12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EXPERIENCE. </a:t>
            </a:r>
            <a:r>
              <a:rPr dirty="0" spc="10">
                <a:solidFill>
                  <a:srgbClr val="000000"/>
                </a:solidFill>
              </a:rPr>
              <a:t>EITHER</a:t>
            </a:r>
            <a:r>
              <a:rPr dirty="0" spc="-120">
                <a:solidFill>
                  <a:srgbClr val="000000"/>
                </a:solidFill>
              </a:rPr>
              <a:t> </a:t>
            </a:r>
            <a:r>
              <a:rPr dirty="0" spc="20">
                <a:solidFill>
                  <a:srgbClr val="000000"/>
                </a:solidFill>
              </a:rPr>
              <a:t>WHILE</a:t>
            </a:r>
            <a:r>
              <a:rPr dirty="0" spc="-114">
                <a:solidFill>
                  <a:srgbClr val="000000"/>
                </a:solidFill>
              </a:rPr>
              <a:t> </a:t>
            </a:r>
            <a:r>
              <a:rPr dirty="0" spc="10">
                <a:solidFill>
                  <a:srgbClr val="000000"/>
                </a:solidFill>
              </a:rPr>
              <a:t>AT</a:t>
            </a:r>
            <a:r>
              <a:rPr dirty="0" spc="-114">
                <a:solidFill>
                  <a:srgbClr val="000000"/>
                </a:solidFill>
              </a:rPr>
              <a:t> </a:t>
            </a:r>
            <a:r>
              <a:rPr dirty="0" spc="20">
                <a:solidFill>
                  <a:srgbClr val="000000"/>
                </a:solidFill>
              </a:rPr>
              <a:t>THE</a:t>
            </a:r>
            <a:r>
              <a:rPr dirty="0" spc="-114">
                <a:solidFill>
                  <a:srgbClr val="000000"/>
                </a:solidFill>
              </a:rPr>
              <a:t> </a:t>
            </a:r>
            <a:r>
              <a:rPr dirty="0" spc="90">
                <a:solidFill>
                  <a:srgbClr val="000000"/>
                </a:solidFill>
              </a:rPr>
              <a:t>BOOTCAMP</a:t>
            </a:r>
            <a:r>
              <a:rPr dirty="0" spc="-114">
                <a:solidFill>
                  <a:srgbClr val="000000"/>
                </a:solidFill>
              </a:rPr>
              <a:t> </a:t>
            </a:r>
            <a:r>
              <a:rPr dirty="0" spc="70">
                <a:solidFill>
                  <a:srgbClr val="000000"/>
                </a:solidFill>
              </a:rPr>
              <a:t>OR</a:t>
            </a:r>
            <a:r>
              <a:rPr dirty="0" spc="-114">
                <a:solidFill>
                  <a:srgbClr val="000000"/>
                </a:solidFill>
              </a:rPr>
              <a:t> </a:t>
            </a:r>
            <a:r>
              <a:rPr dirty="0" spc="20">
                <a:solidFill>
                  <a:srgbClr val="000000"/>
                </a:solidFill>
              </a:rPr>
              <a:t>WHILE</a:t>
            </a:r>
            <a:r>
              <a:rPr dirty="0" spc="-114">
                <a:solidFill>
                  <a:srgbClr val="000000"/>
                </a:solidFill>
              </a:rPr>
              <a:t> </a:t>
            </a:r>
            <a:r>
              <a:rPr dirty="0" spc="75">
                <a:solidFill>
                  <a:srgbClr val="000000"/>
                </a:solidFill>
              </a:rPr>
              <a:t>YOU</a:t>
            </a:r>
            <a:r>
              <a:rPr dirty="0" spc="-114">
                <a:solidFill>
                  <a:srgbClr val="000000"/>
                </a:solidFill>
              </a:rPr>
              <a:t> </a:t>
            </a:r>
            <a:r>
              <a:rPr dirty="0" spc="55">
                <a:solidFill>
                  <a:srgbClr val="000000"/>
                </a:solidFill>
              </a:rPr>
              <a:t>WERE</a:t>
            </a:r>
            <a:r>
              <a:rPr dirty="0" spc="-114">
                <a:solidFill>
                  <a:srgbClr val="000000"/>
                </a:solidFill>
              </a:rPr>
              <a:t> </a:t>
            </a:r>
            <a:r>
              <a:rPr dirty="0" spc="20">
                <a:solidFill>
                  <a:srgbClr val="000000"/>
                </a:solidFill>
              </a:rPr>
              <a:t>PRACTICING</a:t>
            </a:r>
            <a:r>
              <a:rPr dirty="0" spc="-114">
                <a:solidFill>
                  <a:srgbClr val="000000"/>
                </a:solidFill>
              </a:rPr>
              <a:t> </a:t>
            </a:r>
            <a:r>
              <a:rPr dirty="0" spc="10">
                <a:solidFill>
                  <a:srgbClr val="000000"/>
                </a:solidFill>
              </a:rPr>
              <a:t>AT</a:t>
            </a:r>
            <a:r>
              <a:rPr dirty="0" spc="-114">
                <a:solidFill>
                  <a:srgbClr val="000000"/>
                </a:solidFill>
              </a:rPr>
              <a:t> </a:t>
            </a:r>
            <a:r>
              <a:rPr dirty="0" spc="55">
                <a:solidFill>
                  <a:srgbClr val="000000"/>
                </a:solidFill>
              </a:rPr>
              <a:t>HOME.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048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3F3F3"/>
                </a:solidFill>
              </a:rPr>
              <a:t>App/Website</a:t>
            </a:r>
            <a:r>
              <a:rPr dirty="0" sz="2400" spc="-175">
                <a:solidFill>
                  <a:srgbClr val="F3F3F3"/>
                </a:solidFill>
              </a:rPr>
              <a:t> </a:t>
            </a:r>
            <a:r>
              <a:rPr dirty="0" sz="2400">
                <a:solidFill>
                  <a:srgbClr val="F3F3F3"/>
                </a:solidFill>
              </a:rPr>
              <a:t>Intro</a:t>
            </a:r>
            <a:r>
              <a:rPr dirty="0" sz="2400" spc="-175">
                <a:solidFill>
                  <a:srgbClr val="F3F3F3"/>
                </a:solidFill>
              </a:rPr>
              <a:t> </a:t>
            </a:r>
            <a:r>
              <a:rPr dirty="0" sz="2400" spc="-20">
                <a:solidFill>
                  <a:srgbClr val="F3F3F3"/>
                </a:solidFill>
              </a:rPr>
              <a:t>and</a:t>
            </a:r>
            <a:r>
              <a:rPr dirty="0" sz="2400" spc="-175">
                <a:solidFill>
                  <a:srgbClr val="F3F3F3"/>
                </a:solidFill>
              </a:rPr>
              <a:t> </a:t>
            </a:r>
            <a:r>
              <a:rPr dirty="0" sz="2400" spc="-20">
                <a:solidFill>
                  <a:srgbClr val="F3F3F3"/>
                </a:solidFill>
              </a:rPr>
              <a:t>Purpose:</a:t>
            </a:r>
            <a:r>
              <a:rPr dirty="0" sz="2400" spc="-175">
                <a:solidFill>
                  <a:srgbClr val="F3F3F3"/>
                </a:solidFill>
              </a:rPr>
              <a:t> </a:t>
            </a:r>
            <a:r>
              <a:rPr dirty="0" sz="2400" spc="65">
                <a:solidFill>
                  <a:srgbClr val="F3F3F3"/>
                </a:solidFill>
              </a:rPr>
              <a:t>What</a:t>
            </a:r>
            <a:r>
              <a:rPr dirty="0" sz="2400" spc="-175">
                <a:solidFill>
                  <a:srgbClr val="F3F3F3"/>
                </a:solidFill>
              </a:rPr>
              <a:t> </a:t>
            </a:r>
            <a:r>
              <a:rPr dirty="0" sz="2400" spc="-20">
                <a:solidFill>
                  <a:srgbClr val="F3F3F3"/>
                </a:solidFill>
              </a:rPr>
              <a:t>and</a:t>
            </a:r>
            <a:r>
              <a:rPr dirty="0" sz="2400" spc="-175">
                <a:solidFill>
                  <a:srgbClr val="F3F3F3"/>
                </a:solidFill>
              </a:rPr>
              <a:t> </a:t>
            </a:r>
            <a:r>
              <a:rPr dirty="0" sz="2400" spc="-25">
                <a:solidFill>
                  <a:srgbClr val="F3F3F3"/>
                </a:solidFill>
              </a:rPr>
              <a:t>why</a:t>
            </a:r>
            <a:endParaRPr sz="2400"/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10"/>
              <a:t>Logo</a:t>
            </a:r>
            <a:r>
              <a:rPr dirty="0" spc="-130"/>
              <a:t> </a:t>
            </a:r>
            <a:r>
              <a:rPr dirty="0" spc="-10"/>
              <a:t>and</a:t>
            </a:r>
            <a:r>
              <a:rPr dirty="0" spc="-125"/>
              <a:t> </a:t>
            </a:r>
            <a:r>
              <a:rPr dirty="0" spc="-30"/>
              <a:t>name</a:t>
            </a:r>
            <a:r>
              <a:rPr dirty="0" spc="-125"/>
              <a:t> </a:t>
            </a:r>
            <a:r>
              <a:rPr dirty="0"/>
              <a:t>of</a:t>
            </a:r>
            <a:r>
              <a:rPr dirty="0" spc="-125"/>
              <a:t> </a:t>
            </a:r>
            <a:r>
              <a:rPr dirty="0"/>
              <a:t>the</a:t>
            </a:r>
            <a:r>
              <a:rPr dirty="0" spc="-125"/>
              <a:t> </a:t>
            </a:r>
            <a:r>
              <a:rPr dirty="0" spc="-10"/>
              <a:t>project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21100" y="1197212"/>
            <a:ext cx="4693285" cy="1496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ahoma"/>
                <a:cs typeface="Tahoma"/>
              </a:rPr>
              <a:t>LIMIT</a:t>
            </a:r>
            <a:r>
              <a:rPr dirty="0" sz="1400" spc="-13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THE</a:t>
            </a:r>
            <a:r>
              <a:rPr dirty="0" sz="1400" spc="-13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TEXT.</a:t>
            </a:r>
            <a:r>
              <a:rPr dirty="0" sz="1400" spc="170">
                <a:latin typeface="Tahoma"/>
                <a:cs typeface="Tahoma"/>
              </a:rPr>
              <a:t> </a:t>
            </a:r>
            <a:r>
              <a:rPr dirty="0" sz="1400" spc="90">
                <a:latin typeface="Tahoma"/>
                <a:cs typeface="Tahoma"/>
              </a:rPr>
              <a:t>MORE</a:t>
            </a:r>
            <a:r>
              <a:rPr dirty="0" sz="1400" spc="-13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PICTURES</a:t>
            </a:r>
            <a:r>
              <a:rPr dirty="0" sz="1400" spc="-135">
                <a:latin typeface="Tahoma"/>
                <a:cs typeface="Tahoma"/>
              </a:rPr>
              <a:t> </a:t>
            </a:r>
            <a:r>
              <a:rPr dirty="0" sz="1400" spc="105">
                <a:latin typeface="Tahoma"/>
                <a:cs typeface="Tahoma"/>
              </a:rPr>
              <a:t>AND</a:t>
            </a:r>
            <a:r>
              <a:rPr dirty="0" sz="1400" spc="-135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VIDEOS.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ahoma"/>
              <a:cs typeface="Tahoma"/>
            </a:endParaRPr>
          </a:p>
          <a:p>
            <a:pPr marL="12700" marR="285115">
              <a:lnSpc>
                <a:spcPts val="1650"/>
              </a:lnSpc>
            </a:pPr>
            <a:r>
              <a:rPr dirty="0" sz="1400">
                <a:latin typeface="Tahoma"/>
                <a:cs typeface="Tahoma"/>
              </a:rPr>
              <a:t>TAKE</a:t>
            </a:r>
            <a:r>
              <a:rPr dirty="0" sz="1400" spc="-7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THE</a:t>
            </a:r>
            <a:r>
              <a:rPr dirty="0" sz="1400" spc="-6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TIME</a:t>
            </a:r>
            <a:r>
              <a:rPr dirty="0" sz="1400" spc="-6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TO</a:t>
            </a:r>
            <a:r>
              <a:rPr dirty="0" sz="1400" spc="-6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EXPLAIN</a:t>
            </a:r>
            <a:r>
              <a:rPr dirty="0" sz="1400" spc="-65">
                <a:latin typeface="Tahoma"/>
                <a:cs typeface="Tahoma"/>
              </a:rPr>
              <a:t> </a:t>
            </a:r>
            <a:r>
              <a:rPr dirty="0" sz="1400" spc="65">
                <a:latin typeface="Tahoma"/>
                <a:cs typeface="Tahoma"/>
              </a:rPr>
              <a:t>WHAT</a:t>
            </a:r>
            <a:r>
              <a:rPr dirty="0" sz="1400" spc="-65">
                <a:latin typeface="Tahoma"/>
                <a:cs typeface="Tahoma"/>
              </a:rPr>
              <a:t> IS </a:t>
            </a:r>
            <a:r>
              <a:rPr dirty="0" sz="1400" spc="60">
                <a:latin typeface="Tahoma"/>
                <a:cs typeface="Tahoma"/>
              </a:rPr>
              <a:t>YOUR</a:t>
            </a:r>
            <a:r>
              <a:rPr dirty="0" sz="1400" spc="-65">
                <a:latin typeface="Tahoma"/>
                <a:cs typeface="Tahoma"/>
              </a:rPr>
              <a:t> </a:t>
            </a:r>
            <a:r>
              <a:rPr dirty="0" sz="1400" spc="45">
                <a:latin typeface="Tahoma"/>
                <a:cs typeface="Tahoma"/>
              </a:rPr>
              <a:t>PROJECT </a:t>
            </a:r>
            <a:r>
              <a:rPr dirty="0" sz="1400" spc="-10">
                <a:latin typeface="Tahoma"/>
                <a:cs typeface="Tahoma"/>
              </a:rPr>
              <a:t>ABOUT.</a:t>
            </a:r>
            <a:endParaRPr sz="1400">
              <a:latin typeface="Tahoma"/>
              <a:cs typeface="Tahoma"/>
            </a:endParaRPr>
          </a:p>
          <a:p>
            <a:pPr marL="12700" marR="5080">
              <a:lnSpc>
                <a:spcPts val="1650"/>
              </a:lnSpc>
              <a:spcBef>
                <a:spcPts val="1650"/>
              </a:spcBef>
            </a:pPr>
            <a:r>
              <a:rPr dirty="0" sz="1400" spc="10">
                <a:latin typeface="Tahoma"/>
                <a:cs typeface="Tahoma"/>
              </a:rPr>
              <a:t>LET</a:t>
            </a:r>
            <a:r>
              <a:rPr dirty="0" sz="1400" spc="-135">
                <a:latin typeface="Tahoma"/>
                <a:cs typeface="Tahoma"/>
              </a:rPr>
              <a:t> </a:t>
            </a:r>
            <a:r>
              <a:rPr dirty="0" sz="1400" spc="55">
                <a:latin typeface="Tahoma"/>
                <a:cs typeface="Tahoma"/>
              </a:rPr>
              <a:t>EVERYONE</a:t>
            </a:r>
            <a:r>
              <a:rPr dirty="0" sz="1400" spc="-130">
                <a:latin typeface="Tahoma"/>
                <a:cs typeface="Tahoma"/>
              </a:rPr>
              <a:t> </a:t>
            </a:r>
            <a:r>
              <a:rPr dirty="0" sz="1400" spc="130">
                <a:latin typeface="Tahoma"/>
                <a:cs typeface="Tahoma"/>
              </a:rPr>
              <a:t>KNOW</a:t>
            </a:r>
            <a:r>
              <a:rPr dirty="0" sz="1400" spc="-130">
                <a:latin typeface="Tahoma"/>
                <a:cs typeface="Tahoma"/>
              </a:rPr>
              <a:t> </a:t>
            </a:r>
            <a:r>
              <a:rPr dirty="0" sz="1400" spc="110">
                <a:latin typeface="Tahoma"/>
                <a:cs typeface="Tahoma"/>
              </a:rPr>
              <a:t>WHY</a:t>
            </a:r>
            <a:r>
              <a:rPr dirty="0" sz="1400" spc="-130">
                <a:latin typeface="Tahoma"/>
                <a:cs typeface="Tahoma"/>
              </a:rPr>
              <a:t> </a:t>
            </a:r>
            <a:r>
              <a:rPr dirty="0" sz="1400" spc="75">
                <a:latin typeface="Tahoma"/>
                <a:cs typeface="Tahoma"/>
              </a:rPr>
              <a:t>YOU</a:t>
            </a:r>
            <a:r>
              <a:rPr dirty="0" sz="1400" spc="-130">
                <a:latin typeface="Tahoma"/>
                <a:cs typeface="Tahoma"/>
              </a:rPr>
              <a:t> </a:t>
            </a:r>
            <a:r>
              <a:rPr dirty="0" sz="1400" spc="20">
                <a:latin typeface="Tahoma"/>
                <a:cs typeface="Tahoma"/>
              </a:rPr>
              <a:t>DECIDED</a:t>
            </a:r>
            <a:r>
              <a:rPr dirty="0" sz="1400" spc="-130">
                <a:latin typeface="Tahoma"/>
                <a:cs typeface="Tahoma"/>
              </a:rPr>
              <a:t> </a:t>
            </a:r>
            <a:r>
              <a:rPr dirty="0" sz="1400" spc="20">
                <a:latin typeface="Tahoma"/>
                <a:cs typeface="Tahoma"/>
              </a:rPr>
              <a:t>TO</a:t>
            </a:r>
            <a:r>
              <a:rPr dirty="0" sz="1400" spc="-130">
                <a:latin typeface="Tahoma"/>
                <a:cs typeface="Tahoma"/>
              </a:rPr>
              <a:t> </a:t>
            </a:r>
            <a:r>
              <a:rPr dirty="0" sz="1400" spc="50">
                <a:latin typeface="Tahoma"/>
                <a:cs typeface="Tahoma"/>
              </a:rPr>
              <a:t>DEVELOP </a:t>
            </a:r>
            <a:r>
              <a:rPr dirty="0" sz="1400" spc="-10">
                <a:latin typeface="Tahoma"/>
                <a:cs typeface="Tahoma"/>
              </a:rPr>
              <a:t>THIS</a:t>
            </a:r>
            <a:r>
              <a:rPr dirty="0" sz="1400" spc="-150">
                <a:latin typeface="Tahoma"/>
                <a:cs typeface="Tahoma"/>
              </a:rPr>
              <a:t> </a:t>
            </a:r>
            <a:r>
              <a:rPr dirty="0" sz="1400" spc="55">
                <a:latin typeface="Tahoma"/>
                <a:cs typeface="Tahoma"/>
              </a:rPr>
              <a:t>PROJECT</a:t>
            </a:r>
            <a:r>
              <a:rPr dirty="0" sz="1400" spc="-150">
                <a:latin typeface="Tahoma"/>
                <a:cs typeface="Tahoma"/>
              </a:rPr>
              <a:t> </a:t>
            </a:r>
            <a:r>
              <a:rPr dirty="0" sz="1400" spc="105">
                <a:latin typeface="Tahoma"/>
                <a:cs typeface="Tahoma"/>
              </a:rPr>
              <a:t>AND</a:t>
            </a:r>
            <a:r>
              <a:rPr dirty="0" sz="1400" spc="-145">
                <a:latin typeface="Tahoma"/>
                <a:cs typeface="Tahoma"/>
              </a:rPr>
              <a:t> </a:t>
            </a:r>
            <a:r>
              <a:rPr dirty="0" sz="1400" spc="125">
                <a:latin typeface="Tahoma"/>
                <a:cs typeface="Tahoma"/>
              </a:rPr>
              <a:t>HOW</a:t>
            </a:r>
            <a:r>
              <a:rPr dirty="0" sz="1400" spc="-150">
                <a:latin typeface="Tahoma"/>
                <a:cs typeface="Tahoma"/>
              </a:rPr>
              <a:t> </a:t>
            </a:r>
            <a:r>
              <a:rPr dirty="0" sz="1400" spc="-55">
                <a:latin typeface="Tahoma"/>
                <a:cs typeface="Tahoma"/>
              </a:rPr>
              <a:t>IT</a:t>
            </a:r>
            <a:r>
              <a:rPr dirty="0" sz="1400" spc="-150">
                <a:latin typeface="Tahoma"/>
                <a:cs typeface="Tahoma"/>
              </a:rPr>
              <a:t> </a:t>
            </a:r>
            <a:r>
              <a:rPr dirty="0" sz="1400" spc="110">
                <a:latin typeface="Tahoma"/>
                <a:cs typeface="Tahoma"/>
              </a:rPr>
              <a:t>CAN</a:t>
            </a:r>
            <a:r>
              <a:rPr dirty="0" sz="1400" spc="-14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BE</a:t>
            </a:r>
            <a:r>
              <a:rPr dirty="0" sz="1400" spc="-150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IMPACTFUL.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21100" y="1616312"/>
            <a:ext cx="4827905" cy="170561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dirty="0" sz="1400" spc="65">
                <a:latin typeface="Tahoma"/>
                <a:cs typeface="Tahoma"/>
              </a:rPr>
              <a:t>FOR</a:t>
            </a:r>
            <a:r>
              <a:rPr dirty="0" sz="1400" spc="-130">
                <a:latin typeface="Tahoma"/>
                <a:cs typeface="Tahoma"/>
              </a:rPr>
              <a:t> </a:t>
            </a:r>
            <a:r>
              <a:rPr dirty="0" sz="1400" spc="50">
                <a:latin typeface="Tahoma"/>
                <a:cs typeface="Tahoma"/>
              </a:rPr>
              <a:t>EXAMPLE,</a:t>
            </a:r>
            <a:r>
              <a:rPr dirty="0" sz="1400" spc="-125">
                <a:latin typeface="Tahoma"/>
                <a:cs typeface="Tahoma"/>
              </a:rPr>
              <a:t> </a:t>
            </a:r>
            <a:r>
              <a:rPr dirty="0" sz="1400" spc="-25">
                <a:latin typeface="Tahoma"/>
                <a:cs typeface="Tahoma"/>
              </a:rPr>
              <a:t>IF</a:t>
            </a:r>
            <a:r>
              <a:rPr dirty="0" sz="1400" spc="-125">
                <a:latin typeface="Tahoma"/>
                <a:cs typeface="Tahoma"/>
              </a:rPr>
              <a:t> </a:t>
            </a:r>
            <a:r>
              <a:rPr dirty="0" sz="1400" spc="60">
                <a:latin typeface="Tahoma"/>
                <a:cs typeface="Tahoma"/>
              </a:rPr>
              <a:t>YOUR</a:t>
            </a:r>
            <a:r>
              <a:rPr dirty="0" sz="1400" spc="-130">
                <a:latin typeface="Tahoma"/>
                <a:cs typeface="Tahoma"/>
              </a:rPr>
              <a:t> </a:t>
            </a:r>
            <a:r>
              <a:rPr dirty="0" sz="1400" spc="55">
                <a:latin typeface="Tahoma"/>
                <a:cs typeface="Tahoma"/>
              </a:rPr>
              <a:t>PROJECT</a:t>
            </a:r>
            <a:r>
              <a:rPr dirty="0" sz="1400" spc="-125">
                <a:latin typeface="Tahoma"/>
                <a:cs typeface="Tahoma"/>
              </a:rPr>
              <a:t> </a:t>
            </a:r>
            <a:r>
              <a:rPr dirty="0" sz="1400" spc="50">
                <a:latin typeface="Tahoma"/>
                <a:cs typeface="Tahoma"/>
              </a:rPr>
              <a:t>WAS</a:t>
            </a:r>
            <a:r>
              <a:rPr dirty="0" sz="1400" spc="-125">
                <a:latin typeface="Tahoma"/>
                <a:cs typeface="Tahoma"/>
              </a:rPr>
              <a:t> </a:t>
            </a:r>
            <a:r>
              <a:rPr dirty="0" sz="1400" spc="105">
                <a:latin typeface="Tahoma"/>
                <a:cs typeface="Tahoma"/>
              </a:rPr>
              <a:t>A</a:t>
            </a:r>
            <a:r>
              <a:rPr dirty="0" sz="1400" spc="-13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“LEARN</a:t>
            </a:r>
            <a:r>
              <a:rPr dirty="0" sz="1400" spc="-12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TO</a:t>
            </a:r>
            <a:r>
              <a:rPr dirty="0" sz="1400" spc="-125">
                <a:latin typeface="Tahoma"/>
                <a:cs typeface="Tahoma"/>
              </a:rPr>
              <a:t> </a:t>
            </a:r>
            <a:r>
              <a:rPr dirty="0" sz="1400" spc="65">
                <a:latin typeface="Tahoma"/>
                <a:cs typeface="Tahoma"/>
              </a:rPr>
              <a:t>CODE </a:t>
            </a:r>
            <a:r>
              <a:rPr dirty="0" sz="1400" spc="20">
                <a:latin typeface="Tahoma"/>
                <a:cs typeface="Tahoma"/>
              </a:rPr>
              <a:t>APP”,</a:t>
            </a:r>
            <a:r>
              <a:rPr dirty="0" sz="1400" spc="135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TELL</a:t>
            </a:r>
            <a:r>
              <a:rPr dirty="0" sz="1400" spc="-155">
                <a:latin typeface="Tahoma"/>
                <a:cs typeface="Tahoma"/>
              </a:rPr>
              <a:t> </a:t>
            </a:r>
            <a:r>
              <a:rPr dirty="0" sz="1400" spc="60">
                <a:latin typeface="Tahoma"/>
                <a:cs typeface="Tahoma"/>
              </a:rPr>
              <a:t>YOUR</a:t>
            </a:r>
            <a:r>
              <a:rPr dirty="0" sz="1400" spc="-150">
                <a:latin typeface="Tahoma"/>
                <a:cs typeface="Tahoma"/>
              </a:rPr>
              <a:t> </a:t>
            </a:r>
            <a:r>
              <a:rPr dirty="0" sz="1400" spc="55">
                <a:latin typeface="Tahoma"/>
                <a:cs typeface="Tahoma"/>
              </a:rPr>
              <a:t>AUDIENCE</a:t>
            </a:r>
            <a:r>
              <a:rPr dirty="0" sz="1400" spc="-155">
                <a:latin typeface="Tahoma"/>
                <a:cs typeface="Tahoma"/>
              </a:rPr>
              <a:t> </a:t>
            </a:r>
            <a:r>
              <a:rPr dirty="0" sz="1400" spc="110">
                <a:latin typeface="Tahoma"/>
                <a:cs typeface="Tahoma"/>
              </a:rPr>
              <a:t>WHY</a:t>
            </a:r>
            <a:r>
              <a:rPr dirty="0" sz="1400" spc="-150">
                <a:latin typeface="Tahoma"/>
                <a:cs typeface="Tahoma"/>
              </a:rPr>
              <a:t> </a:t>
            </a:r>
            <a:r>
              <a:rPr dirty="0" sz="1400" spc="20">
                <a:latin typeface="Tahoma"/>
                <a:cs typeface="Tahoma"/>
              </a:rPr>
              <a:t>LEARNING</a:t>
            </a:r>
            <a:r>
              <a:rPr dirty="0" sz="1400" spc="-155">
                <a:latin typeface="Tahoma"/>
                <a:cs typeface="Tahoma"/>
              </a:rPr>
              <a:t> </a:t>
            </a:r>
            <a:r>
              <a:rPr dirty="0" sz="1400" spc="20">
                <a:latin typeface="Tahoma"/>
                <a:cs typeface="Tahoma"/>
              </a:rPr>
              <a:t>TO</a:t>
            </a:r>
            <a:r>
              <a:rPr dirty="0" sz="1400" spc="-150">
                <a:latin typeface="Tahoma"/>
                <a:cs typeface="Tahoma"/>
              </a:rPr>
              <a:t> </a:t>
            </a:r>
            <a:r>
              <a:rPr dirty="0" sz="1400" spc="85">
                <a:latin typeface="Tahoma"/>
                <a:cs typeface="Tahoma"/>
              </a:rPr>
              <a:t>CODE</a:t>
            </a:r>
            <a:r>
              <a:rPr dirty="0" sz="1400" spc="-155">
                <a:latin typeface="Tahoma"/>
                <a:cs typeface="Tahoma"/>
              </a:rPr>
              <a:t> </a:t>
            </a:r>
            <a:r>
              <a:rPr dirty="0" sz="1400" spc="-25">
                <a:latin typeface="Tahoma"/>
                <a:cs typeface="Tahoma"/>
              </a:rPr>
              <a:t>IS </a:t>
            </a:r>
            <a:r>
              <a:rPr dirty="0" sz="1400" spc="-10">
                <a:latin typeface="Tahoma"/>
                <a:cs typeface="Tahoma"/>
              </a:rPr>
              <a:t>IMPORTANT.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70"/>
              </a:spcBef>
            </a:pPr>
            <a:r>
              <a:rPr dirty="0" sz="1400" spc="-65">
                <a:latin typeface="Tahoma"/>
                <a:cs typeface="Tahoma"/>
              </a:rPr>
              <a:t>90%</a:t>
            </a:r>
            <a:r>
              <a:rPr dirty="0" sz="1400" spc="-90">
                <a:latin typeface="Tahoma"/>
                <a:cs typeface="Tahoma"/>
              </a:rPr>
              <a:t> </a:t>
            </a:r>
            <a:r>
              <a:rPr dirty="0" sz="1400" spc="90">
                <a:latin typeface="Tahoma"/>
                <a:cs typeface="Tahoma"/>
              </a:rPr>
              <a:t>OF</a:t>
            </a:r>
            <a:r>
              <a:rPr dirty="0" sz="1400" spc="-90">
                <a:latin typeface="Tahoma"/>
                <a:cs typeface="Tahoma"/>
              </a:rPr>
              <a:t> </a:t>
            </a:r>
            <a:r>
              <a:rPr dirty="0" sz="1400" spc="60">
                <a:latin typeface="Tahoma"/>
                <a:cs typeface="Tahoma"/>
              </a:rPr>
              <a:t>CURRENT</a:t>
            </a:r>
            <a:r>
              <a:rPr dirty="0" sz="1400" spc="-9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JOBS</a:t>
            </a:r>
            <a:r>
              <a:rPr dirty="0" sz="1400" spc="-9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REQUIRE</a:t>
            </a:r>
            <a:r>
              <a:rPr dirty="0" sz="1400" spc="-9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DIGITAL</a:t>
            </a:r>
            <a:r>
              <a:rPr dirty="0" sz="1400" spc="-90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SKILLS.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ahoma"/>
              <a:cs typeface="Tahoma"/>
            </a:endParaRPr>
          </a:p>
          <a:p>
            <a:pPr marL="12700" marR="672465">
              <a:lnSpc>
                <a:spcPts val="1650"/>
              </a:lnSpc>
            </a:pPr>
            <a:r>
              <a:rPr dirty="0" sz="1400">
                <a:latin typeface="Tahoma"/>
                <a:cs typeface="Tahoma"/>
              </a:rPr>
              <a:t>THERE</a:t>
            </a:r>
            <a:r>
              <a:rPr dirty="0" sz="1400" spc="-95">
                <a:latin typeface="Tahoma"/>
                <a:cs typeface="Tahoma"/>
              </a:rPr>
              <a:t> </a:t>
            </a:r>
            <a:r>
              <a:rPr dirty="0" sz="1400" spc="50">
                <a:latin typeface="Tahoma"/>
                <a:cs typeface="Tahoma"/>
              </a:rPr>
              <a:t>ARE</a:t>
            </a:r>
            <a:r>
              <a:rPr dirty="0" sz="1400" spc="-95">
                <a:latin typeface="Tahoma"/>
                <a:cs typeface="Tahoma"/>
              </a:rPr>
              <a:t> </a:t>
            </a:r>
            <a:r>
              <a:rPr dirty="0" sz="1400" spc="60">
                <a:latin typeface="Tahoma"/>
                <a:cs typeface="Tahoma"/>
              </a:rPr>
              <a:t>500K</a:t>
            </a:r>
            <a:r>
              <a:rPr dirty="0" sz="1400" spc="-95">
                <a:latin typeface="Tahoma"/>
                <a:cs typeface="Tahoma"/>
              </a:rPr>
              <a:t> </a:t>
            </a:r>
            <a:r>
              <a:rPr dirty="0" sz="1400" spc="85">
                <a:latin typeface="Tahoma"/>
                <a:cs typeface="Tahoma"/>
              </a:rPr>
              <a:t>OPEN</a:t>
            </a:r>
            <a:r>
              <a:rPr dirty="0" sz="1400" spc="-9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POSITIONS</a:t>
            </a:r>
            <a:r>
              <a:rPr dirty="0" sz="1400" spc="-9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IN</a:t>
            </a:r>
            <a:r>
              <a:rPr dirty="0" sz="1400" spc="-9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THE</a:t>
            </a:r>
            <a:r>
              <a:rPr dirty="0" sz="1400" spc="-9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US</a:t>
            </a:r>
            <a:r>
              <a:rPr dirty="0" sz="1400" spc="-95">
                <a:latin typeface="Tahoma"/>
                <a:cs typeface="Tahoma"/>
              </a:rPr>
              <a:t> </a:t>
            </a:r>
            <a:r>
              <a:rPr dirty="0" sz="1400" spc="40">
                <a:latin typeface="Tahoma"/>
                <a:cs typeface="Tahoma"/>
              </a:rPr>
              <a:t>FOR </a:t>
            </a:r>
            <a:r>
              <a:rPr dirty="0" sz="1400" spc="20">
                <a:latin typeface="Tahoma"/>
                <a:cs typeface="Tahoma"/>
              </a:rPr>
              <a:t>SOFTWARE</a:t>
            </a:r>
            <a:r>
              <a:rPr dirty="0" sz="1400" spc="65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DEVELOPERS.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-4662" y="-4762"/>
            <a:ext cx="9153525" cy="635635"/>
            <a:chOff x="-4662" y="-4762"/>
            <a:chExt cx="9153525" cy="635635"/>
          </a:xfrm>
        </p:grpSpPr>
        <p:sp>
          <p:nvSpPr>
            <p:cNvPr id="4" name="object 4" descr=""/>
            <p:cNvSpPr/>
            <p:nvPr/>
          </p:nvSpPr>
          <p:spPr>
            <a:xfrm>
              <a:off x="99" y="0"/>
              <a:ext cx="9144000" cy="626110"/>
            </a:xfrm>
            <a:custGeom>
              <a:avLst/>
              <a:gdLst/>
              <a:ahLst/>
              <a:cxnLst/>
              <a:rect l="l" t="t" r="r" b="b"/>
              <a:pathLst>
                <a:path w="9144000" h="626110">
                  <a:moveTo>
                    <a:pt x="9143999" y="626099"/>
                  </a:moveTo>
                  <a:lnTo>
                    <a:pt x="0" y="6260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260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9" y="0"/>
              <a:ext cx="9144000" cy="626110"/>
            </a:xfrm>
            <a:custGeom>
              <a:avLst/>
              <a:gdLst/>
              <a:ahLst/>
              <a:cxnLst/>
              <a:rect l="l" t="t" r="r" b="b"/>
              <a:pathLst>
                <a:path w="9144000" h="626110">
                  <a:moveTo>
                    <a:pt x="0" y="0"/>
                  </a:moveTo>
                  <a:lnTo>
                    <a:pt x="9143999" y="0"/>
                  </a:lnTo>
                  <a:lnTo>
                    <a:pt x="9143999" y="626099"/>
                  </a:lnTo>
                  <a:lnTo>
                    <a:pt x="0" y="6260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04800">
              <a:lnSpc>
                <a:spcPct val="100000"/>
              </a:lnSpc>
              <a:spcBef>
                <a:spcPts val="100"/>
              </a:spcBef>
            </a:pPr>
            <a:r>
              <a:rPr dirty="0" sz="1800"/>
              <a:t>Important</a:t>
            </a:r>
            <a:r>
              <a:rPr dirty="0" sz="1800" spc="-175"/>
              <a:t> </a:t>
            </a:r>
            <a:r>
              <a:rPr dirty="0" sz="1800" spc="-25"/>
              <a:t>Facts:</a:t>
            </a:r>
            <a:r>
              <a:rPr dirty="0" sz="1800" spc="-175"/>
              <a:t> </a:t>
            </a:r>
            <a:r>
              <a:rPr dirty="0" sz="1800" spc="-10"/>
              <a:t>Reasons</a:t>
            </a:r>
            <a:r>
              <a:rPr dirty="0" sz="1800" spc="-175"/>
              <a:t> </a:t>
            </a:r>
            <a:r>
              <a:rPr dirty="0" sz="1800" spc="-25"/>
              <a:t>and</a:t>
            </a:r>
            <a:r>
              <a:rPr dirty="0" sz="1800" spc="-175"/>
              <a:t> </a:t>
            </a:r>
            <a:r>
              <a:rPr dirty="0" sz="1800"/>
              <a:t>Numbers</a:t>
            </a:r>
            <a:r>
              <a:rPr dirty="0" sz="1800" spc="-170"/>
              <a:t> </a:t>
            </a:r>
            <a:r>
              <a:rPr dirty="0" sz="1800"/>
              <a:t>behind</a:t>
            </a:r>
            <a:r>
              <a:rPr dirty="0" sz="1800" spc="-175"/>
              <a:t> </a:t>
            </a:r>
            <a:r>
              <a:rPr dirty="0" sz="1800"/>
              <a:t>the</a:t>
            </a:r>
            <a:r>
              <a:rPr dirty="0" sz="1800" spc="-175"/>
              <a:t> </a:t>
            </a:r>
            <a:r>
              <a:rPr dirty="0" sz="1800" spc="-10"/>
              <a:t>project;</a:t>
            </a:r>
            <a:endParaRPr sz="1800"/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10"/>
              <a:t>Logo</a:t>
            </a:r>
            <a:r>
              <a:rPr dirty="0" spc="-130"/>
              <a:t> </a:t>
            </a:r>
            <a:r>
              <a:rPr dirty="0" spc="-10"/>
              <a:t>and</a:t>
            </a:r>
            <a:r>
              <a:rPr dirty="0" spc="-125"/>
              <a:t> </a:t>
            </a:r>
            <a:r>
              <a:rPr dirty="0" spc="-30"/>
              <a:t>name</a:t>
            </a:r>
            <a:r>
              <a:rPr dirty="0" spc="-125"/>
              <a:t> </a:t>
            </a:r>
            <a:r>
              <a:rPr dirty="0"/>
              <a:t>of</a:t>
            </a:r>
            <a:r>
              <a:rPr dirty="0" spc="-125"/>
              <a:t> </a:t>
            </a:r>
            <a:r>
              <a:rPr dirty="0"/>
              <a:t>the</a:t>
            </a:r>
            <a:r>
              <a:rPr dirty="0" spc="-125"/>
              <a:t> </a:t>
            </a:r>
            <a:r>
              <a:rPr dirty="0" spc="-10"/>
              <a:t>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04800">
              <a:lnSpc>
                <a:spcPct val="100000"/>
              </a:lnSpc>
              <a:spcBef>
                <a:spcPts val="100"/>
              </a:spcBef>
            </a:pPr>
            <a:r>
              <a:rPr dirty="0" sz="1800" spc="70"/>
              <a:t>How</a:t>
            </a:r>
            <a:r>
              <a:rPr dirty="0" sz="1800" spc="-200"/>
              <a:t> </a:t>
            </a:r>
            <a:r>
              <a:rPr dirty="0" sz="1800" spc="-20"/>
              <a:t>was</a:t>
            </a:r>
            <a:r>
              <a:rPr dirty="0" sz="1800" spc="-195"/>
              <a:t> </a:t>
            </a:r>
            <a:r>
              <a:rPr dirty="0" sz="1800" spc="55"/>
              <a:t>it</a:t>
            </a:r>
            <a:r>
              <a:rPr dirty="0" sz="1800" spc="-200"/>
              <a:t> </a:t>
            </a:r>
            <a:r>
              <a:rPr dirty="0" sz="1800"/>
              <a:t>built?</a:t>
            </a:r>
            <a:r>
              <a:rPr dirty="0" sz="1800" spc="-195"/>
              <a:t> </a:t>
            </a:r>
            <a:r>
              <a:rPr dirty="0" sz="1800" spc="-25"/>
              <a:t>Technologies</a:t>
            </a:r>
            <a:r>
              <a:rPr dirty="0" sz="1800" spc="-195"/>
              <a:t> </a:t>
            </a:r>
            <a:r>
              <a:rPr dirty="0" sz="1800" spc="-10"/>
              <a:t>used</a:t>
            </a:r>
            <a:r>
              <a:rPr dirty="0" sz="1800" spc="-200"/>
              <a:t> </a:t>
            </a:r>
            <a:r>
              <a:rPr dirty="0" sz="1800" spc="-25"/>
              <a:t>and</a:t>
            </a:r>
            <a:r>
              <a:rPr dirty="0" sz="1800" spc="-195"/>
              <a:t> </a:t>
            </a:r>
            <a:r>
              <a:rPr dirty="0" sz="1800" spc="-10"/>
              <a:t>architecture</a:t>
            </a:r>
            <a:endParaRPr sz="1800"/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10"/>
              <a:t>Logo</a:t>
            </a:r>
            <a:r>
              <a:rPr dirty="0" spc="-130"/>
              <a:t> </a:t>
            </a:r>
            <a:r>
              <a:rPr dirty="0" spc="-10"/>
              <a:t>and</a:t>
            </a:r>
            <a:r>
              <a:rPr dirty="0" spc="-125"/>
              <a:t> </a:t>
            </a:r>
            <a:r>
              <a:rPr dirty="0" spc="-30"/>
              <a:t>name</a:t>
            </a:r>
            <a:r>
              <a:rPr dirty="0" spc="-125"/>
              <a:t> </a:t>
            </a:r>
            <a:r>
              <a:rPr dirty="0"/>
              <a:t>of</a:t>
            </a:r>
            <a:r>
              <a:rPr dirty="0" spc="-125"/>
              <a:t> </a:t>
            </a:r>
            <a:r>
              <a:rPr dirty="0"/>
              <a:t>the</a:t>
            </a:r>
            <a:r>
              <a:rPr dirty="0" spc="-125"/>
              <a:t> </a:t>
            </a:r>
            <a:r>
              <a:rPr dirty="0" spc="-10"/>
              <a:t>project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21100" y="1197212"/>
            <a:ext cx="4707255" cy="1496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70">
                <a:latin typeface="Tahoma"/>
                <a:cs typeface="Tahoma"/>
              </a:rPr>
              <a:t>WHICH</a:t>
            </a:r>
            <a:r>
              <a:rPr dirty="0" sz="1400" spc="-95">
                <a:latin typeface="Tahoma"/>
                <a:cs typeface="Tahoma"/>
              </a:rPr>
              <a:t> </a:t>
            </a:r>
            <a:r>
              <a:rPr dirty="0" sz="1400" spc="20">
                <a:latin typeface="Tahoma"/>
                <a:cs typeface="Tahoma"/>
              </a:rPr>
              <a:t>TECHNOLOGIES</a:t>
            </a:r>
            <a:r>
              <a:rPr dirty="0" sz="1400" spc="-90">
                <a:latin typeface="Tahoma"/>
                <a:cs typeface="Tahoma"/>
              </a:rPr>
              <a:t> </a:t>
            </a:r>
            <a:r>
              <a:rPr dirty="0" sz="1400" spc="20">
                <a:latin typeface="Tahoma"/>
                <a:cs typeface="Tahoma"/>
              </a:rPr>
              <a:t>DID</a:t>
            </a:r>
            <a:r>
              <a:rPr dirty="0" sz="1400" spc="-90">
                <a:latin typeface="Tahoma"/>
                <a:cs typeface="Tahoma"/>
              </a:rPr>
              <a:t> </a:t>
            </a:r>
            <a:r>
              <a:rPr dirty="0" sz="1400" spc="75">
                <a:latin typeface="Tahoma"/>
                <a:cs typeface="Tahoma"/>
              </a:rPr>
              <a:t>YOU</a:t>
            </a:r>
            <a:r>
              <a:rPr dirty="0" sz="1400" spc="-90">
                <a:latin typeface="Tahoma"/>
                <a:cs typeface="Tahoma"/>
              </a:rPr>
              <a:t> </a:t>
            </a:r>
            <a:r>
              <a:rPr dirty="0" sz="1400" spc="-20">
                <a:latin typeface="Tahoma"/>
                <a:cs typeface="Tahoma"/>
              </a:rPr>
              <a:t>USE.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ahoma"/>
              <a:cs typeface="Tahoma"/>
            </a:endParaRPr>
          </a:p>
          <a:p>
            <a:pPr marL="12700" marR="5080">
              <a:lnSpc>
                <a:spcPts val="1650"/>
              </a:lnSpc>
            </a:pPr>
            <a:r>
              <a:rPr dirty="0" sz="1400">
                <a:latin typeface="Tahoma"/>
                <a:cs typeface="Tahoma"/>
              </a:rPr>
              <a:t>EXPLAIN</a:t>
            </a:r>
            <a:r>
              <a:rPr dirty="0" sz="1400" spc="-2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THE</a:t>
            </a:r>
            <a:r>
              <a:rPr dirty="0" sz="1400" spc="-2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ARCHITECTURE</a:t>
            </a:r>
            <a:r>
              <a:rPr dirty="0" sz="1400" spc="-20">
                <a:latin typeface="Tahoma"/>
                <a:cs typeface="Tahoma"/>
              </a:rPr>
              <a:t> </a:t>
            </a:r>
            <a:r>
              <a:rPr dirty="0" sz="1400" spc="105">
                <a:latin typeface="Tahoma"/>
                <a:cs typeface="Tahoma"/>
              </a:rPr>
              <a:t>AND</a:t>
            </a:r>
            <a:r>
              <a:rPr dirty="0" sz="1400" spc="-25">
                <a:latin typeface="Tahoma"/>
                <a:cs typeface="Tahoma"/>
              </a:rPr>
              <a:t> </a:t>
            </a:r>
            <a:r>
              <a:rPr dirty="0" sz="1400" spc="125">
                <a:latin typeface="Tahoma"/>
                <a:cs typeface="Tahoma"/>
              </a:rPr>
              <a:t>HOW</a:t>
            </a:r>
            <a:r>
              <a:rPr dirty="0" sz="1400" spc="-20">
                <a:latin typeface="Tahoma"/>
                <a:cs typeface="Tahoma"/>
              </a:rPr>
              <a:t> </a:t>
            </a:r>
            <a:r>
              <a:rPr dirty="0" sz="1400" spc="75">
                <a:latin typeface="Tahoma"/>
                <a:cs typeface="Tahoma"/>
              </a:rPr>
              <a:t>YOU</a:t>
            </a:r>
            <a:r>
              <a:rPr dirty="0" sz="1400" spc="-25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BUILT</a:t>
            </a:r>
            <a:r>
              <a:rPr dirty="0" sz="1400" spc="-20">
                <a:latin typeface="Tahoma"/>
                <a:cs typeface="Tahoma"/>
              </a:rPr>
              <a:t> </a:t>
            </a:r>
            <a:r>
              <a:rPr dirty="0" sz="1400" spc="-25">
                <a:latin typeface="Tahoma"/>
                <a:cs typeface="Tahoma"/>
              </a:rPr>
              <a:t>THE </a:t>
            </a:r>
            <a:r>
              <a:rPr dirty="0" sz="1400" spc="-10">
                <a:latin typeface="Tahoma"/>
                <a:cs typeface="Tahoma"/>
              </a:rPr>
              <a:t>PROJECT.</a:t>
            </a:r>
            <a:endParaRPr sz="1400">
              <a:latin typeface="Tahoma"/>
              <a:cs typeface="Tahoma"/>
            </a:endParaRPr>
          </a:p>
          <a:p>
            <a:pPr marL="12700" marR="332740">
              <a:lnSpc>
                <a:spcPts val="1650"/>
              </a:lnSpc>
              <a:spcBef>
                <a:spcPts val="1650"/>
              </a:spcBef>
            </a:pPr>
            <a:r>
              <a:rPr dirty="0" sz="1400" spc="55">
                <a:latin typeface="Tahoma"/>
                <a:cs typeface="Tahoma"/>
              </a:rPr>
              <a:t>INCLUDE</a:t>
            </a:r>
            <a:r>
              <a:rPr dirty="0" sz="1400" spc="-125">
                <a:latin typeface="Tahoma"/>
                <a:cs typeface="Tahoma"/>
              </a:rPr>
              <a:t> </a:t>
            </a:r>
            <a:r>
              <a:rPr dirty="0" sz="1400" spc="80">
                <a:latin typeface="Tahoma"/>
                <a:cs typeface="Tahoma"/>
              </a:rPr>
              <a:t>SOME</a:t>
            </a:r>
            <a:r>
              <a:rPr dirty="0" sz="1400" spc="-120">
                <a:latin typeface="Tahoma"/>
                <a:cs typeface="Tahoma"/>
              </a:rPr>
              <a:t> </a:t>
            </a:r>
            <a:r>
              <a:rPr dirty="0" sz="1400" spc="90">
                <a:latin typeface="Tahoma"/>
                <a:cs typeface="Tahoma"/>
              </a:rPr>
              <a:t>OF</a:t>
            </a:r>
            <a:r>
              <a:rPr dirty="0" sz="1400" spc="-120">
                <a:latin typeface="Tahoma"/>
                <a:cs typeface="Tahoma"/>
              </a:rPr>
              <a:t> </a:t>
            </a:r>
            <a:r>
              <a:rPr dirty="0" sz="1400" spc="60">
                <a:latin typeface="Tahoma"/>
                <a:cs typeface="Tahoma"/>
              </a:rPr>
              <a:t>YOUR</a:t>
            </a:r>
            <a:r>
              <a:rPr dirty="0" sz="1400" spc="-120">
                <a:latin typeface="Tahoma"/>
                <a:cs typeface="Tahoma"/>
              </a:rPr>
              <a:t> </a:t>
            </a:r>
            <a:r>
              <a:rPr dirty="0" sz="1400" spc="60">
                <a:latin typeface="Tahoma"/>
                <a:cs typeface="Tahoma"/>
              </a:rPr>
              <a:t>THOUGHTS</a:t>
            </a:r>
            <a:r>
              <a:rPr dirty="0" sz="1400" spc="-120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BEHIND</a:t>
            </a:r>
            <a:r>
              <a:rPr dirty="0" sz="1400" spc="-120">
                <a:latin typeface="Tahoma"/>
                <a:cs typeface="Tahoma"/>
              </a:rPr>
              <a:t> </a:t>
            </a:r>
            <a:r>
              <a:rPr dirty="0" sz="1400" spc="40">
                <a:latin typeface="Tahoma"/>
                <a:cs typeface="Tahoma"/>
              </a:rPr>
              <a:t>YOUR </a:t>
            </a:r>
            <a:r>
              <a:rPr dirty="0" sz="1400" spc="10">
                <a:latin typeface="Tahoma"/>
                <a:cs typeface="Tahoma"/>
              </a:rPr>
              <a:t>DECISIONS</a:t>
            </a:r>
            <a:r>
              <a:rPr dirty="0" sz="1400" spc="-8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IN</a:t>
            </a:r>
            <a:r>
              <a:rPr dirty="0" sz="1400" spc="-75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CREATING</a:t>
            </a:r>
            <a:r>
              <a:rPr dirty="0" sz="1400" spc="-80">
                <a:latin typeface="Tahoma"/>
                <a:cs typeface="Tahoma"/>
              </a:rPr>
              <a:t> </a:t>
            </a:r>
            <a:r>
              <a:rPr dirty="0" sz="1400" spc="60">
                <a:latin typeface="Tahoma"/>
                <a:cs typeface="Tahoma"/>
              </a:rPr>
              <a:t>YOUR</a:t>
            </a:r>
            <a:r>
              <a:rPr dirty="0" sz="1400" spc="-75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PROJECT.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749" y="225838"/>
            <a:ext cx="568325" cy="448309"/>
          </a:xfrm>
          <a:prstGeom prst="rect"/>
        </p:spPr>
        <p:txBody>
          <a:bodyPr wrap="square" lIns="0" tIns="22860" rIns="0" bIns="0" rtlCol="0" vert="horz">
            <a:spAutoFit/>
          </a:bodyPr>
          <a:lstStyle/>
          <a:p>
            <a:pPr marL="100330" marR="5080" indent="-88265">
              <a:lnSpc>
                <a:spcPts val="1650"/>
              </a:lnSpc>
              <a:spcBef>
                <a:spcPts val="180"/>
              </a:spcBef>
            </a:pPr>
            <a:r>
              <a:rPr dirty="0" spc="90"/>
              <a:t>DEMO </a:t>
            </a:r>
            <a:r>
              <a:rPr dirty="0" spc="-25">
                <a:solidFill>
                  <a:srgbClr val="000000"/>
                </a:solidFill>
              </a:rPr>
              <a:t>1.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10"/>
              <a:t>Logo</a:t>
            </a:r>
            <a:r>
              <a:rPr dirty="0" spc="-130"/>
              <a:t> </a:t>
            </a:r>
            <a:r>
              <a:rPr dirty="0" spc="-10"/>
              <a:t>and</a:t>
            </a:r>
            <a:r>
              <a:rPr dirty="0" spc="-125"/>
              <a:t> </a:t>
            </a:r>
            <a:r>
              <a:rPr dirty="0" spc="-30"/>
              <a:t>name</a:t>
            </a:r>
            <a:r>
              <a:rPr dirty="0" spc="-125"/>
              <a:t> </a:t>
            </a:r>
            <a:r>
              <a:rPr dirty="0"/>
              <a:t>of</a:t>
            </a:r>
            <a:r>
              <a:rPr dirty="0" spc="-125"/>
              <a:t> </a:t>
            </a:r>
            <a:r>
              <a:rPr dirty="0"/>
              <a:t>the</a:t>
            </a:r>
            <a:r>
              <a:rPr dirty="0" spc="-125"/>
              <a:t> </a:t>
            </a:r>
            <a:r>
              <a:rPr dirty="0" spc="-10"/>
              <a:t>project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35149" y="1309637"/>
            <a:ext cx="7454900" cy="1915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85">
                <a:latin typeface="Tahoma"/>
                <a:cs typeface="Tahoma"/>
              </a:rPr>
              <a:t>SHOW</a:t>
            </a:r>
            <a:r>
              <a:rPr dirty="0" sz="1400" spc="-155">
                <a:latin typeface="Tahoma"/>
                <a:cs typeface="Tahoma"/>
              </a:rPr>
              <a:t> </a:t>
            </a:r>
            <a:r>
              <a:rPr dirty="0" sz="1400" spc="60">
                <a:latin typeface="Tahoma"/>
                <a:cs typeface="Tahoma"/>
              </a:rPr>
              <a:t>YOUR</a:t>
            </a:r>
            <a:r>
              <a:rPr dirty="0" sz="1400" spc="-155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WEBSITE.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ahoma"/>
              <a:cs typeface="Tahoma"/>
            </a:endParaRPr>
          </a:p>
          <a:p>
            <a:pPr marL="12700" marR="5080">
              <a:lnSpc>
                <a:spcPts val="1650"/>
              </a:lnSpc>
            </a:pPr>
            <a:r>
              <a:rPr dirty="0" sz="1400">
                <a:latin typeface="Tahoma"/>
                <a:cs typeface="Tahoma"/>
              </a:rPr>
              <a:t>EXPLAIN</a:t>
            </a:r>
            <a:r>
              <a:rPr dirty="0" sz="1400" spc="-6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EVERYTHING</a:t>
            </a:r>
            <a:r>
              <a:rPr dirty="0" sz="1400" spc="-6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IN</a:t>
            </a:r>
            <a:r>
              <a:rPr dirty="0" sz="1400" spc="-60">
                <a:latin typeface="Tahoma"/>
                <a:cs typeface="Tahoma"/>
              </a:rPr>
              <a:t> </a:t>
            </a:r>
            <a:r>
              <a:rPr dirty="0" sz="1400" spc="105">
                <a:latin typeface="Tahoma"/>
                <a:cs typeface="Tahoma"/>
              </a:rPr>
              <a:t>A</a:t>
            </a:r>
            <a:r>
              <a:rPr dirty="0" sz="1400" spc="-6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WAY</a:t>
            </a:r>
            <a:r>
              <a:rPr dirty="0" sz="1400" spc="-6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THAT</a:t>
            </a:r>
            <a:r>
              <a:rPr dirty="0" sz="1400" spc="-60">
                <a:latin typeface="Tahoma"/>
                <a:cs typeface="Tahoma"/>
              </a:rPr>
              <a:t> </a:t>
            </a:r>
            <a:r>
              <a:rPr dirty="0" sz="1400" spc="55">
                <a:latin typeface="Tahoma"/>
                <a:cs typeface="Tahoma"/>
              </a:rPr>
              <a:t>EVERYONE</a:t>
            </a:r>
            <a:r>
              <a:rPr dirty="0" sz="1400" spc="-60">
                <a:latin typeface="Tahoma"/>
                <a:cs typeface="Tahoma"/>
              </a:rPr>
              <a:t> </a:t>
            </a:r>
            <a:r>
              <a:rPr dirty="0" sz="1400" spc="-65">
                <a:latin typeface="Tahoma"/>
                <a:cs typeface="Tahoma"/>
              </a:rPr>
              <a:t>IS</a:t>
            </a:r>
            <a:r>
              <a:rPr dirty="0" sz="1400" spc="-60">
                <a:latin typeface="Tahoma"/>
                <a:cs typeface="Tahoma"/>
              </a:rPr>
              <a:t> </a:t>
            </a:r>
            <a:r>
              <a:rPr dirty="0" sz="1400" spc="55">
                <a:latin typeface="Tahoma"/>
                <a:cs typeface="Tahoma"/>
              </a:rPr>
              <a:t>CAPABLE</a:t>
            </a:r>
            <a:r>
              <a:rPr dirty="0" sz="1400" spc="-60">
                <a:latin typeface="Tahoma"/>
                <a:cs typeface="Tahoma"/>
              </a:rPr>
              <a:t> </a:t>
            </a:r>
            <a:r>
              <a:rPr dirty="0" sz="1400" spc="90">
                <a:latin typeface="Tahoma"/>
                <a:cs typeface="Tahoma"/>
              </a:rPr>
              <a:t>OF</a:t>
            </a:r>
            <a:r>
              <a:rPr dirty="0" sz="1400" spc="-60">
                <a:latin typeface="Tahoma"/>
                <a:cs typeface="Tahoma"/>
              </a:rPr>
              <a:t> </a:t>
            </a:r>
            <a:r>
              <a:rPr dirty="0" sz="1400" spc="50">
                <a:latin typeface="Tahoma"/>
                <a:cs typeface="Tahoma"/>
              </a:rPr>
              <a:t>UNDERSTANDING</a:t>
            </a:r>
            <a:r>
              <a:rPr dirty="0" sz="1400" spc="-60">
                <a:latin typeface="Tahoma"/>
                <a:cs typeface="Tahoma"/>
              </a:rPr>
              <a:t> </a:t>
            </a:r>
            <a:r>
              <a:rPr dirty="0" sz="1400" spc="100">
                <a:latin typeface="Tahoma"/>
                <a:cs typeface="Tahoma"/>
              </a:rPr>
              <a:t>HOW </a:t>
            </a:r>
            <a:r>
              <a:rPr dirty="0" sz="1400" spc="-55">
                <a:latin typeface="Tahoma"/>
                <a:cs typeface="Tahoma"/>
              </a:rPr>
              <a:t>IT</a:t>
            </a:r>
            <a:r>
              <a:rPr dirty="0" sz="1400" spc="-140">
                <a:latin typeface="Tahoma"/>
                <a:cs typeface="Tahoma"/>
              </a:rPr>
              <a:t> </a:t>
            </a:r>
            <a:r>
              <a:rPr dirty="0" sz="1400" spc="75">
                <a:latin typeface="Tahoma"/>
                <a:cs typeface="Tahoma"/>
              </a:rPr>
              <a:t>WORKS</a:t>
            </a:r>
            <a:r>
              <a:rPr dirty="0" sz="1400" spc="-135">
                <a:latin typeface="Tahoma"/>
                <a:cs typeface="Tahoma"/>
              </a:rPr>
              <a:t> </a:t>
            </a:r>
            <a:r>
              <a:rPr dirty="0" sz="1400" spc="105">
                <a:latin typeface="Tahoma"/>
                <a:cs typeface="Tahoma"/>
              </a:rPr>
              <a:t>AND</a:t>
            </a:r>
            <a:r>
              <a:rPr dirty="0" sz="1400" spc="-135">
                <a:latin typeface="Tahoma"/>
                <a:cs typeface="Tahoma"/>
              </a:rPr>
              <a:t> </a:t>
            </a:r>
            <a:r>
              <a:rPr dirty="0" sz="1400" spc="125">
                <a:latin typeface="Tahoma"/>
                <a:cs typeface="Tahoma"/>
              </a:rPr>
              <a:t>HOW</a:t>
            </a:r>
            <a:r>
              <a:rPr dirty="0" sz="1400" spc="-13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TO</a:t>
            </a:r>
            <a:r>
              <a:rPr dirty="0" sz="1400" spc="-13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USE</a:t>
            </a:r>
            <a:r>
              <a:rPr dirty="0" sz="1400" spc="-135">
                <a:latin typeface="Tahoma"/>
                <a:cs typeface="Tahoma"/>
              </a:rPr>
              <a:t> </a:t>
            </a:r>
            <a:r>
              <a:rPr dirty="0" sz="1400" spc="-25">
                <a:latin typeface="Tahoma"/>
                <a:cs typeface="Tahoma"/>
              </a:rPr>
              <a:t>IT.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70"/>
              </a:spcBef>
            </a:pPr>
            <a:r>
              <a:rPr dirty="0" sz="1400" spc="10">
                <a:latin typeface="Tahoma"/>
                <a:cs typeface="Tahoma"/>
              </a:rPr>
              <a:t>PRACTICE</a:t>
            </a:r>
            <a:r>
              <a:rPr dirty="0" sz="1400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SEVERAL</a:t>
            </a:r>
            <a:r>
              <a:rPr dirty="0" sz="1400" spc="5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TIMES</a:t>
            </a:r>
            <a:r>
              <a:rPr dirty="0" sz="1400" spc="5">
                <a:latin typeface="Tahoma"/>
                <a:cs typeface="Tahoma"/>
              </a:rPr>
              <a:t> </a:t>
            </a:r>
            <a:r>
              <a:rPr dirty="0" sz="1400" spc="45">
                <a:latin typeface="Tahoma"/>
                <a:cs typeface="Tahoma"/>
              </a:rPr>
              <a:t>BEFOREHAND.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ahoma"/>
              <a:cs typeface="Tahoma"/>
            </a:endParaRPr>
          </a:p>
          <a:p>
            <a:pPr marL="12700" marR="782320">
              <a:lnSpc>
                <a:spcPts val="1650"/>
              </a:lnSpc>
            </a:pPr>
            <a:r>
              <a:rPr dirty="0" sz="1400" spc="10">
                <a:latin typeface="Tahoma"/>
                <a:cs typeface="Tahoma"/>
              </a:rPr>
              <a:t>TAKE</a:t>
            </a:r>
            <a:r>
              <a:rPr dirty="0" sz="1400" spc="-95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TIME</a:t>
            </a:r>
            <a:r>
              <a:rPr dirty="0" sz="1400" spc="-90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TO</a:t>
            </a:r>
            <a:r>
              <a:rPr dirty="0" sz="1400" spc="-95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THINK</a:t>
            </a:r>
            <a:r>
              <a:rPr dirty="0" sz="1400" spc="-90">
                <a:latin typeface="Tahoma"/>
                <a:cs typeface="Tahoma"/>
              </a:rPr>
              <a:t> </a:t>
            </a:r>
            <a:r>
              <a:rPr dirty="0" sz="1400" spc="85">
                <a:latin typeface="Tahoma"/>
                <a:cs typeface="Tahoma"/>
              </a:rPr>
              <a:t>ABOUT</a:t>
            </a:r>
            <a:r>
              <a:rPr dirty="0" sz="1400" spc="-95">
                <a:latin typeface="Tahoma"/>
                <a:cs typeface="Tahoma"/>
              </a:rPr>
              <a:t> </a:t>
            </a:r>
            <a:r>
              <a:rPr dirty="0" sz="1400" spc="80">
                <a:latin typeface="Tahoma"/>
                <a:cs typeface="Tahoma"/>
              </a:rPr>
              <a:t>SOME</a:t>
            </a:r>
            <a:r>
              <a:rPr dirty="0" sz="1400" spc="-90">
                <a:latin typeface="Tahoma"/>
                <a:cs typeface="Tahoma"/>
              </a:rPr>
              <a:t> </a:t>
            </a:r>
            <a:r>
              <a:rPr dirty="0" sz="1400" spc="90">
                <a:latin typeface="Tahoma"/>
                <a:cs typeface="Tahoma"/>
              </a:rPr>
              <a:t>OF</a:t>
            </a:r>
            <a:r>
              <a:rPr dirty="0" sz="1400" spc="-95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THE</a:t>
            </a:r>
            <a:r>
              <a:rPr dirty="0" sz="1400" spc="-90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QUESTIONS</a:t>
            </a:r>
            <a:r>
              <a:rPr dirty="0" sz="1400" spc="-90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THAT</a:t>
            </a:r>
            <a:r>
              <a:rPr dirty="0" sz="1400" spc="-95">
                <a:latin typeface="Tahoma"/>
                <a:cs typeface="Tahoma"/>
              </a:rPr>
              <a:t> </a:t>
            </a:r>
            <a:r>
              <a:rPr dirty="0" sz="1400" spc="85">
                <a:latin typeface="Tahoma"/>
                <a:cs typeface="Tahoma"/>
              </a:rPr>
              <a:t>MAY</a:t>
            </a:r>
            <a:r>
              <a:rPr dirty="0" sz="1400" spc="-9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ARISE</a:t>
            </a:r>
            <a:r>
              <a:rPr dirty="0" sz="1400" spc="-95">
                <a:latin typeface="Tahoma"/>
                <a:cs typeface="Tahoma"/>
              </a:rPr>
              <a:t> </a:t>
            </a:r>
            <a:r>
              <a:rPr dirty="0" sz="1400" spc="-20">
                <a:latin typeface="Tahoma"/>
                <a:cs typeface="Tahoma"/>
              </a:rPr>
              <a:t>WHILE </a:t>
            </a:r>
            <a:r>
              <a:rPr dirty="0" sz="1400" spc="-10">
                <a:latin typeface="Tahoma"/>
                <a:cs typeface="Tahoma"/>
              </a:rPr>
              <a:t>PRESENTING.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860" rIns="0" bIns="0" rtlCol="0" vert="horz">
            <a:spAutoFit/>
          </a:bodyPr>
          <a:lstStyle/>
          <a:p>
            <a:pPr marL="100330" marR="5080" indent="-88265">
              <a:lnSpc>
                <a:spcPts val="1650"/>
              </a:lnSpc>
              <a:spcBef>
                <a:spcPts val="180"/>
              </a:spcBef>
            </a:pPr>
            <a:r>
              <a:rPr dirty="0" spc="-10"/>
              <a:t>Challenges:</a:t>
            </a:r>
            <a:r>
              <a:rPr dirty="0" spc="-120"/>
              <a:t> </a:t>
            </a:r>
            <a:r>
              <a:rPr dirty="0"/>
              <a:t>What</a:t>
            </a:r>
            <a:r>
              <a:rPr dirty="0" spc="-120"/>
              <a:t> </a:t>
            </a:r>
            <a:r>
              <a:rPr dirty="0" spc="-10"/>
              <a:t>was</a:t>
            </a:r>
            <a:r>
              <a:rPr dirty="0" spc="-114"/>
              <a:t> </a:t>
            </a:r>
            <a:r>
              <a:rPr dirty="0"/>
              <a:t>the</a:t>
            </a:r>
            <a:r>
              <a:rPr dirty="0" spc="-120"/>
              <a:t> </a:t>
            </a:r>
            <a:r>
              <a:rPr dirty="0"/>
              <a:t>hardest</a:t>
            </a:r>
            <a:r>
              <a:rPr dirty="0" spc="-120"/>
              <a:t> </a:t>
            </a:r>
            <a:r>
              <a:rPr dirty="0"/>
              <a:t>part</a:t>
            </a:r>
            <a:r>
              <a:rPr dirty="0" spc="-114"/>
              <a:t> </a:t>
            </a:r>
            <a:r>
              <a:rPr dirty="0"/>
              <a:t>to</a:t>
            </a:r>
            <a:r>
              <a:rPr dirty="0" spc="-120"/>
              <a:t> </a:t>
            </a:r>
            <a:r>
              <a:rPr dirty="0" spc="-20"/>
              <a:t>develop?</a:t>
            </a:r>
            <a:r>
              <a:rPr dirty="0" spc="-114"/>
              <a:t> </a:t>
            </a:r>
            <a:r>
              <a:rPr dirty="0" spc="50"/>
              <a:t>Main</a:t>
            </a:r>
            <a:r>
              <a:rPr dirty="0" spc="-120"/>
              <a:t> </a:t>
            </a:r>
            <a:r>
              <a:rPr dirty="0" spc="-10"/>
              <a:t>challenges</a:t>
            </a:r>
            <a:r>
              <a:rPr dirty="0" spc="-120"/>
              <a:t> </a:t>
            </a:r>
            <a:r>
              <a:rPr dirty="0"/>
              <a:t>faced</a:t>
            </a:r>
            <a:r>
              <a:rPr dirty="0" spc="-114"/>
              <a:t> </a:t>
            </a:r>
            <a:r>
              <a:rPr dirty="0"/>
              <a:t>when</a:t>
            </a:r>
            <a:r>
              <a:rPr dirty="0" spc="-120"/>
              <a:t> </a:t>
            </a:r>
            <a:r>
              <a:rPr dirty="0" spc="-10"/>
              <a:t>developing</a:t>
            </a:r>
            <a:r>
              <a:rPr dirty="0" spc="-114"/>
              <a:t> </a:t>
            </a:r>
            <a:r>
              <a:rPr dirty="0"/>
              <a:t>the</a:t>
            </a:r>
            <a:r>
              <a:rPr dirty="0" spc="-120"/>
              <a:t> </a:t>
            </a:r>
            <a:r>
              <a:rPr dirty="0" spc="-10"/>
              <a:t>project; </a:t>
            </a:r>
            <a:r>
              <a:rPr dirty="0" spc="-25">
                <a:solidFill>
                  <a:srgbClr val="000000"/>
                </a:solidFill>
              </a:rPr>
              <a:t>1.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10"/>
              <a:t>Logo</a:t>
            </a:r>
            <a:r>
              <a:rPr dirty="0" spc="-130"/>
              <a:t> </a:t>
            </a:r>
            <a:r>
              <a:rPr dirty="0" spc="-10"/>
              <a:t>and</a:t>
            </a:r>
            <a:r>
              <a:rPr dirty="0" spc="-125"/>
              <a:t> </a:t>
            </a:r>
            <a:r>
              <a:rPr dirty="0" spc="-30"/>
              <a:t>name</a:t>
            </a:r>
            <a:r>
              <a:rPr dirty="0" spc="-125"/>
              <a:t> </a:t>
            </a:r>
            <a:r>
              <a:rPr dirty="0"/>
              <a:t>of</a:t>
            </a:r>
            <a:r>
              <a:rPr dirty="0" spc="-125"/>
              <a:t> </a:t>
            </a:r>
            <a:r>
              <a:rPr dirty="0"/>
              <a:t>the</a:t>
            </a:r>
            <a:r>
              <a:rPr dirty="0" spc="-125"/>
              <a:t> </a:t>
            </a:r>
            <a:r>
              <a:rPr dirty="0" spc="-10"/>
              <a:t>project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2860" rIns="0" bIns="0" rtlCol="0" vert="horz">
            <a:spAutoFit/>
          </a:bodyPr>
          <a:lstStyle/>
          <a:p>
            <a:pPr marL="12700" marR="60325">
              <a:lnSpc>
                <a:spcPts val="1650"/>
              </a:lnSpc>
              <a:spcBef>
                <a:spcPts val="180"/>
              </a:spcBef>
            </a:pPr>
            <a:r>
              <a:rPr dirty="0"/>
              <a:t>TALK</a:t>
            </a:r>
            <a:r>
              <a:rPr dirty="0" spc="-114"/>
              <a:t> </a:t>
            </a:r>
            <a:r>
              <a:rPr dirty="0" spc="85"/>
              <a:t>ABOUT</a:t>
            </a:r>
            <a:r>
              <a:rPr dirty="0" spc="-114"/>
              <a:t> </a:t>
            </a:r>
            <a:r>
              <a:rPr dirty="0"/>
              <a:t>THE</a:t>
            </a:r>
            <a:r>
              <a:rPr dirty="0" spc="-110"/>
              <a:t> </a:t>
            </a:r>
            <a:r>
              <a:rPr dirty="0" spc="50"/>
              <a:t>HARDEST</a:t>
            </a:r>
            <a:r>
              <a:rPr dirty="0" spc="-114"/>
              <a:t> </a:t>
            </a:r>
            <a:r>
              <a:rPr dirty="0" spc="-40"/>
              <a:t>PART.</a:t>
            </a:r>
            <a:r>
              <a:rPr dirty="0" spc="-110"/>
              <a:t> </a:t>
            </a:r>
            <a:r>
              <a:rPr dirty="0" spc="65"/>
              <a:t>WHERE</a:t>
            </a:r>
            <a:r>
              <a:rPr dirty="0" spc="-114"/>
              <a:t> </a:t>
            </a:r>
            <a:r>
              <a:rPr dirty="0"/>
              <a:t>DID</a:t>
            </a:r>
            <a:r>
              <a:rPr dirty="0" spc="-110"/>
              <a:t> </a:t>
            </a:r>
            <a:r>
              <a:rPr dirty="0" spc="75"/>
              <a:t>YOU</a:t>
            </a:r>
            <a:r>
              <a:rPr dirty="0" spc="-114"/>
              <a:t> </a:t>
            </a:r>
            <a:r>
              <a:rPr dirty="0" spc="-25"/>
              <a:t>GET </a:t>
            </a:r>
            <a:r>
              <a:rPr dirty="0"/>
              <a:t>STUCK?</a:t>
            </a:r>
            <a:r>
              <a:rPr dirty="0" spc="-75"/>
              <a:t> </a:t>
            </a:r>
            <a:r>
              <a:rPr dirty="0" spc="125"/>
              <a:t>HOW</a:t>
            </a:r>
            <a:r>
              <a:rPr dirty="0" spc="-75"/>
              <a:t> </a:t>
            </a:r>
            <a:r>
              <a:rPr dirty="0"/>
              <a:t>TO</a:t>
            </a:r>
            <a:r>
              <a:rPr dirty="0" spc="-75"/>
              <a:t> </a:t>
            </a:r>
            <a:r>
              <a:rPr dirty="0"/>
              <a:t>FACE</a:t>
            </a:r>
            <a:r>
              <a:rPr dirty="0" spc="-75"/>
              <a:t> </a:t>
            </a:r>
            <a:r>
              <a:rPr dirty="0" spc="75"/>
              <a:t>CODING</a:t>
            </a:r>
            <a:r>
              <a:rPr dirty="0" spc="-75"/>
              <a:t> </a:t>
            </a:r>
            <a:r>
              <a:rPr dirty="0" spc="-10"/>
              <a:t>CHALLENGES?</a:t>
            </a:r>
          </a:p>
          <a:p>
            <a:pPr>
              <a:lnSpc>
                <a:spcPct val="100000"/>
              </a:lnSpc>
              <a:spcBef>
                <a:spcPts val="1610"/>
              </a:spcBef>
            </a:pPr>
          </a:p>
          <a:p>
            <a:pPr marL="12700" marR="5080">
              <a:lnSpc>
                <a:spcPts val="1650"/>
              </a:lnSpc>
            </a:pPr>
            <a:r>
              <a:rPr dirty="0" spc="125"/>
              <a:t>HOW</a:t>
            </a:r>
            <a:r>
              <a:rPr dirty="0" spc="-125"/>
              <a:t> </a:t>
            </a:r>
            <a:r>
              <a:rPr dirty="0" spc="75"/>
              <a:t>YOU</a:t>
            </a:r>
            <a:r>
              <a:rPr dirty="0" spc="-125"/>
              <a:t> </a:t>
            </a:r>
            <a:r>
              <a:rPr dirty="0"/>
              <a:t>SEE</a:t>
            </a:r>
            <a:r>
              <a:rPr dirty="0" spc="-125"/>
              <a:t> </a:t>
            </a:r>
            <a:r>
              <a:rPr dirty="0" spc="60"/>
              <a:t>YOUR</a:t>
            </a:r>
            <a:r>
              <a:rPr dirty="0" spc="-120"/>
              <a:t> </a:t>
            </a:r>
            <a:r>
              <a:rPr dirty="0" spc="55"/>
              <a:t>FUTURE</a:t>
            </a:r>
            <a:r>
              <a:rPr dirty="0" spc="-125"/>
              <a:t> </a:t>
            </a:r>
            <a:r>
              <a:rPr dirty="0" spc="10"/>
              <a:t>AS</a:t>
            </a:r>
            <a:r>
              <a:rPr dirty="0" spc="-125"/>
              <a:t> </a:t>
            </a:r>
            <a:r>
              <a:rPr dirty="0" spc="105"/>
              <a:t>A</a:t>
            </a:r>
            <a:r>
              <a:rPr dirty="0" spc="-125"/>
              <a:t> </a:t>
            </a:r>
            <a:r>
              <a:rPr dirty="0" spc="10"/>
              <a:t>DEVELOPER?</a:t>
            </a:r>
            <a:r>
              <a:rPr dirty="0" spc="-120"/>
              <a:t> </a:t>
            </a:r>
            <a:r>
              <a:rPr dirty="0" spc="45"/>
              <a:t>WHAT </a:t>
            </a:r>
            <a:r>
              <a:rPr dirty="0" spc="75"/>
              <a:t>YOU</a:t>
            </a:r>
            <a:r>
              <a:rPr dirty="0" spc="-155"/>
              <a:t> </a:t>
            </a:r>
            <a:r>
              <a:rPr dirty="0" spc="75"/>
              <a:t>WANT</a:t>
            </a:r>
            <a:r>
              <a:rPr dirty="0" spc="-140"/>
              <a:t> </a:t>
            </a:r>
            <a:r>
              <a:rPr dirty="0"/>
              <a:t>TO</a:t>
            </a:r>
            <a:r>
              <a:rPr dirty="0" spc="-145"/>
              <a:t> </a:t>
            </a:r>
            <a:r>
              <a:rPr dirty="0" spc="50"/>
              <a:t>ACHIEVE</a:t>
            </a:r>
            <a:r>
              <a:rPr dirty="0" spc="-140"/>
              <a:t> </a:t>
            </a:r>
            <a:r>
              <a:rPr dirty="0" spc="80"/>
              <a:t>NOW?</a:t>
            </a:r>
            <a:r>
              <a:rPr dirty="0" spc="-140"/>
              <a:t> </a:t>
            </a:r>
            <a:r>
              <a:rPr dirty="0" spc="125"/>
              <a:t>HOW</a:t>
            </a:r>
            <a:r>
              <a:rPr dirty="0" spc="-145"/>
              <a:t> </a:t>
            </a:r>
            <a:r>
              <a:rPr dirty="0"/>
              <a:t>DID</a:t>
            </a:r>
            <a:r>
              <a:rPr dirty="0" spc="-140"/>
              <a:t> </a:t>
            </a:r>
            <a:r>
              <a:rPr dirty="0" spc="-10"/>
              <a:t>THIS</a:t>
            </a:r>
            <a:r>
              <a:rPr dirty="0" spc="-140"/>
              <a:t> </a:t>
            </a:r>
            <a:r>
              <a:rPr dirty="0" spc="45"/>
              <a:t>PROJECT </a:t>
            </a:r>
            <a:r>
              <a:rPr dirty="0"/>
              <a:t>INSPIRE/MOTIVATE</a:t>
            </a:r>
            <a:r>
              <a:rPr dirty="0" spc="40"/>
              <a:t> </a:t>
            </a:r>
            <a:r>
              <a:rPr dirty="0" spc="-20"/>
              <a:t>YOU?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55275" y="223806"/>
            <a:ext cx="25717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50">
                <a:solidFill>
                  <a:srgbClr val="F3F3F3"/>
                </a:solidFill>
                <a:latin typeface="Tahoma"/>
                <a:cs typeface="Tahoma"/>
              </a:rPr>
              <a:t>NAME</a:t>
            </a:r>
            <a:r>
              <a:rPr dirty="0" sz="1800" spc="-215">
                <a:solidFill>
                  <a:srgbClr val="F3F3F3"/>
                </a:solidFill>
                <a:latin typeface="Tahoma"/>
                <a:cs typeface="Tahoma"/>
              </a:rPr>
              <a:t> </a:t>
            </a:r>
            <a:r>
              <a:rPr dirty="0" sz="1800" spc="110">
                <a:solidFill>
                  <a:srgbClr val="F3F3F3"/>
                </a:solidFill>
                <a:latin typeface="Tahoma"/>
                <a:cs typeface="Tahoma"/>
              </a:rPr>
              <a:t>OF</a:t>
            </a:r>
            <a:r>
              <a:rPr dirty="0" sz="1800" spc="-210">
                <a:solidFill>
                  <a:srgbClr val="F3F3F3"/>
                </a:solidFill>
                <a:latin typeface="Tahoma"/>
                <a:cs typeface="Tahoma"/>
              </a:rPr>
              <a:t> </a:t>
            </a:r>
            <a:r>
              <a:rPr dirty="0" sz="1800" spc="50">
                <a:solidFill>
                  <a:srgbClr val="F3F3F3"/>
                </a:solidFill>
                <a:latin typeface="Tahoma"/>
                <a:cs typeface="Tahoma"/>
              </a:rPr>
              <a:t>THE</a:t>
            </a:r>
            <a:r>
              <a:rPr dirty="0" sz="1800" spc="-215">
                <a:solidFill>
                  <a:srgbClr val="F3F3F3"/>
                </a:solidFill>
                <a:latin typeface="Tahoma"/>
                <a:cs typeface="Tahoma"/>
              </a:rPr>
              <a:t> </a:t>
            </a:r>
            <a:r>
              <a:rPr dirty="0" sz="1800" spc="60">
                <a:solidFill>
                  <a:srgbClr val="F3F3F3"/>
                </a:solidFill>
                <a:latin typeface="Tahoma"/>
                <a:cs typeface="Tahoma"/>
              </a:rPr>
              <a:t>PROJECT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10"/>
              <a:t>Logo</a:t>
            </a:r>
            <a:r>
              <a:rPr dirty="0" spc="-130"/>
              <a:t> </a:t>
            </a:r>
            <a:r>
              <a:rPr dirty="0" spc="-10"/>
              <a:t>and</a:t>
            </a:r>
            <a:r>
              <a:rPr dirty="0" spc="-125"/>
              <a:t> </a:t>
            </a:r>
            <a:r>
              <a:rPr dirty="0" spc="-30"/>
              <a:t>name</a:t>
            </a:r>
            <a:r>
              <a:rPr dirty="0" spc="-125"/>
              <a:t> </a:t>
            </a:r>
            <a:r>
              <a:rPr dirty="0"/>
              <a:t>of</a:t>
            </a:r>
            <a:r>
              <a:rPr dirty="0" spc="-125"/>
              <a:t> </a:t>
            </a:r>
            <a:r>
              <a:rPr dirty="0"/>
              <a:t>the</a:t>
            </a:r>
            <a:r>
              <a:rPr dirty="0" spc="-125"/>
              <a:t> </a:t>
            </a:r>
            <a:r>
              <a:rPr dirty="0" spc="-10"/>
              <a:t>project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09175" y="1449962"/>
            <a:ext cx="2303780" cy="1126490"/>
          </a:xfrm>
          <a:prstGeom prst="rect"/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70"/>
              </a:spcBef>
            </a:pPr>
            <a:r>
              <a:rPr dirty="0" sz="3600" spc="-25">
                <a:solidFill>
                  <a:srgbClr val="000000"/>
                </a:solidFill>
              </a:rPr>
              <a:t>Thanks</a:t>
            </a:r>
            <a:r>
              <a:rPr dirty="0" sz="3600" spc="-400">
                <a:solidFill>
                  <a:srgbClr val="000000"/>
                </a:solidFill>
              </a:rPr>
              <a:t> </a:t>
            </a:r>
            <a:r>
              <a:rPr dirty="0" sz="3600" spc="-25">
                <a:solidFill>
                  <a:srgbClr val="000000"/>
                </a:solidFill>
              </a:rPr>
              <a:t>and </a:t>
            </a:r>
            <a:r>
              <a:rPr dirty="0" sz="3600">
                <a:solidFill>
                  <a:srgbClr val="000000"/>
                </a:solidFill>
              </a:rPr>
              <a:t>final</a:t>
            </a:r>
            <a:r>
              <a:rPr dirty="0" sz="3600" spc="-370">
                <a:solidFill>
                  <a:srgbClr val="000000"/>
                </a:solidFill>
              </a:rPr>
              <a:t> </a:t>
            </a:r>
            <a:r>
              <a:rPr dirty="0" sz="3600" spc="-10">
                <a:solidFill>
                  <a:srgbClr val="000000"/>
                </a:solidFill>
              </a:rPr>
              <a:t>words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GeekTALK - Outline for Students Projects | 4Geeks Academy</dc:title>
  <dcterms:created xsi:type="dcterms:W3CDTF">2025-11-21T00:19:59Z</dcterms:created>
  <dcterms:modified xsi:type="dcterms:W3CDTF">2025-11-21T00:19:59Z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2025-11-21T00:00:00Z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2025-11-21T00:00:00Z</vt:filetime>
  </property>
</Properties>
</file>